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92" r:id="rId3"/>
    <p:sldId id="393" r:id="rId4"/>
    <p:sldId id="291" r:id="rId5"/>
    <p:sldId id="292" r:id="rId6"/>
    <p:sldId id="310" r:id="rId7"/>
    <p:sldId id="311" r:id="rId8"/>
    <p:sldId id="31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1-31T06:26:14.655"/>
    </inkml:context>
    <inkml:brush xml:id="br0">
      <inkml:brushProperty name="width" value="0.08819" units="cm"/>
      <inkml:brushProperty name="height" value="0.35278" units="cm"/>
      <inkml:brushProperty name="color" value="#FFFFFF"/>
      <inkml:brushProperty name="tip" value="rectangle"/>
      <inkml:brushProperty name="rasterOp" value="maskPen"/>
    </inkml:brush>
  </inkml:definitions>
  <inkml:trace contextRef="#ctx0" brushRef="#br0">9402 13317 0,'-71'0'266,"36"0"-251,-1 18-15,19-18 16,-1 0 0,0 18-16,1-18 15,-1 17 1,36-17 234,70 36-235,36-1 1,-1-18 0,-70-17-1,0 0 1,0 0 78,-53-17-94,17-1 15,1 18-15,-18-35 16,0 17 0,0-17-1,0 17 16,0 1-15,0-1 0,0-17-1,-18 35 1,18-18 0,-70 1-1,52 17 16,-17 0-31,0 0 16,-18-36 0,35 36 15,0 0-31,1 0 16,-36 0-1,18 18 16,17-18-31,0 18 16,1-1-16,-1-17 0,18 18 16,0 17-1,-35 36 1,35-54 0,0 1-1,0 17 1,0-17-1,17-18 64,54 0-64,0-18-15,-36 18 16,18-17-1,-36-1-15,19 0 16,-19 1 0,-17-1-1,0-17 1,0 17 78,-35 0-79,0 18 1,-71 0 0,18 0-16,52 0 31,-34 0-16,35 36 1,35-19 0,0 19-1,0-1 1,0-17 0,0 17-16,0-18 15,0 1-15,0 0 16,0 17-16,0 0 15,17-17 1,1-18-16,-1 0 16,19 0-1,-19 0-15,36 0 16,0-35 0,-17-18-1,-19 17 16,-17 19-15,0-18 0,0-1-16,0 19 15,0-1-15,0 0 0,0 1 94,-17-1-94,-19 18 16,-17 0-1,36 0 1,-19 0 0,1 18-1,17 17 16,18-17-31,0-1 16,0 19-16,0-1 0,0 0 16,0 18-1,0-35-15,0 70 16,18-71-16,0 1 16,-18 0-1,35-18 1,0 0-1,54 0 1,-19-71 0,-17 1-1,-35 34-15,-18-17 16,17 18 0,-17 18-16,0-19 15,0 19-15,0-19 16,0 1-1,0 0-15,0 17 16,0 1 0,0-19-1,-17 36 1,-1-17 0,-35 17-1,-17 0 1,17 0-1,-18 17 1,36 1-16,-1 0 16,19-1-16,17 18 15,-18-17-15,-35 53 16,53-18 0,-17 35-1,17-18 16,0 1-15,0-54 0,0 36-1,17-35 1,19-18 0,34 0-16,-35-18 15,-17 1-15,17-19 16,18 1-16,-17-18 15,-19 18-15,1-53 16,-1 35 0,1 35-16,-18-17 15,0-18 1,0 18 0,0 0-1,-18 35 63,-17 0-78,0 0 16,-36 0 0,18 17-1,53 1-15,-53 17 16,36 0-16,17-17 15,0 35 1,0 0 0,0 17-1,0-17 1,35 0 0,0-18-1,18-35 1,53-17 15,-53-1-31,-35 1 16,35-19-16,-18-17 0,-17 18 15,17-18-15,-18 18 16,-17 17-16,0-17 16,0 17-16,0 1 15,0-36 1,0 35-1,-17 1 1,-1-1 0,-17 18-1,-71 0 1,36 35 0,34-17-1,1-1-15,17 1 16,1 0-16,-36 35 15,35-18 1,18-17 0,0 17-1,0-18 1,0 1 31,35-18-32,1-18-15,17-17 16,0 18-16,-18-19 16,0 19-1,0-54 1,-35 53 0,0 1-16,-17 17 93,-36 17-93,-18 19 16,18-19 0,53 1 15,18 0 47,70-36-62,-53 0-1,-52 36 79,-36 0-78,35-1-1,54-17 79,-1-17-78,-35 52 77,-35 18-77,17-53 0,36 0 93,17 0-93,-35 17 62,-35 54-63,17-71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1-31T06:26:31.39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9349 13247 0,'17'-18'63,"1"18"-16,17 0 15,-35 35-30,0-17-17,0 0 1,0-1-16,-35-17 328,17-17-297,18-1-15,0 0-1,0-17-15,-17 35 16,-1-17 15,18-1-15,-18 0 0,18-17-1,-17 17 1,-1 1-1,0-1 1,1 18 47,-19 0-63,36 18 46,0-1-14,0 1-32,0 0 15,0 17 1,0-17 0,0-1-1,0 18 1,0-17-16,0 0 15,0-1 48,0 1-63,0 0 16,18-18 62,0 0-63,-1-18 1,-17 0 0,0 1-1,0-19 1,0 1-1,0 18 1,0-19 0,0 19-1,18-1 110,0 18-109,-18 18 0,0 52-1,-18-17 1,18-18-1,0 1 1,0-19 0,0 19-1,0-19 1,0 18 0,0-17-1,0 0 1,0-1 15,18-17 16,-1 0-31,1-17-1,0-36 1,-18 18-1,0-18 1,0 17 0,0-17-1,0 36 1,0-1-16,0 1 16,0-1-1,0 0 16,0 1-15,-18 17 31,0 17-31,18 1-1,-17 17 1,17 18-1,0-35-15,0 17 16,0-17 0,0-1-16,0 19 15,0-19 1,0 1 0,0-1 15,0 19-31,53-19 15,0-17 1,-1 0 15,-16-17-15,-19-19 0,1 36-16,-18-35 15,0 18 1,0-36-16,0 0 15,0 17-15,0 19 16,0-1 0,0-17-1,-18-18 1,-17 35 15,17 1-31,1-1 16,-1 18-1,-17 0 1,0 0 0,17 0-1,-17 18-15,-1-1 0,19 1 16,-1 0 0,0-1-16,1 19 15,17-1-15,0-18 16,0 54-1,0-18 1,0 0 0,0 0-1,0 0 1,0 0 0,17-71 77,1-17-77,0 17-16,-1-35 16,1-35-1,-18 53 1,18-18-1,-18-18 1,0 1 0,0 52-16,0-17 15,0-1 1,0 19-16,-18 17 31,0 0-31,1 0 47,-1 0-31,0 35-1,18-17 1,-17 35 0,17 0-1,0-1 1,0 1-1,0-35-15,0 35 16,17-18 15,1 0-15,0-35-16,17 0 16,36 0-1,-36-17 1,-35-1-1,0-17 1,0 0 15,0-36-15,0 53-16,0-17 16,0 18-16,0-1 15,0 0 1,0 1-1,-18-1 1,1 53 47,17 1-32,-18 16-31,18-16 15,0-1 1,0 0-16,0 1 16,0-1-1,0 0 1,0-17-16,0-1 16,0 1-1,0 0 1,0-1-1,18-17 32,-1-17-31,-17-19 0,18 1-1,-18 0-15,18-36 16,-18 36-1,0 0-15,0 17 16,0-17 0,0 17-16,0 1 15,0-19 1,0 1 0,0 53 62,-18-1-63,18 1-15,-18 0 16,18 34 0,-17 1-1,17 18 1,0-53-1,0 17 1,0-18 0,0 1 15,35-18-15,0 0 15,-35-18 0,0 1-15,0-1-16,0 1 15,0-1-15,0-17 16,0 17-16,0-17 16,0 17-1,0-17 1,0 17-1,-17 1 1,-1 17 0,0 0 15,-17 0-15,17 17-1,18 1-15,0-1 16,-17 1-16,17 0 0,0 17 15,0 0 1,0-17 0,0 17-1,0 18 1,0-18 0,0-17-1,0 35 1,0-35-1,0-1 1,17 1 0,-17-36 46,0 1-62,0-19 16,0-17-1,0 0 1,0 1 0,0 16-1,0 19 1,18-1 46,0 18-62,-1 18 32,-17-1-1,0 1-31,0 17 16,0 0-1,0 1 1,0-19-1,0 19 1,18-36 78,0-18-94,-18 0 15,0-17 1,0-18 0,0 0 15,0 36-15,0-19-1,17 19 63,-17 34-31,-17 19-47,17-1 16,0 0-1,-18 36 1,0-36 0,18-17 15,0 17-15,-17-17 30,-1-18-14,18-18-1,0 0-15,0 1-1,35-72 1,-17 72-1,0-18 1,17-1 0,-18 36 77,19 0-93,-36 18 16,0 17 0,0 0-1,0 18 1,0-17 0,0-1-1,0 0 1,-18-35 46,-17 0-46,17-17-16,1-1 16,-19-35-1,36 35 1,-17-17-1,17 17 1,0 1 0,0-1-1,35 18 95,-17 0-95,-1 0 1,1 0 15,-1 0-15,1 0-1,0 0 1,-18 18 0,0-1-1,-18-17 95,18-35-95,-18 0-15,18 17 16,0-17 0,0 17-1,0 1 1,0-1-16,18 36 62,0 35-30,-18-18-17,17 0-15,-17 0 16,0-17-1,0 17 1,-17-70 109,-1 17-109,18 1-1,0-18-15,0 17 16,0 0 62,18 36-47,-18 0-15,0 17 0,0-18-1,0 36 1,0-17-1,-18-19 1,0-17 31,-17 0-31,35-17-16,-17-1 15,-1 18-15,18-18 16,-18-17-16,18 17 15,0 1-15,0-1 16,0-17 0,0 17-1,18-17 17,0 35-17,17 18 1,-18 17-1,1-35 1,-18 18 0,18 34-16,-18-16 15,0-19 1,0 1-16,0 35 16,-18-35-1,0-1-15,1-17 31,-1 0-15,1 0 0,-19 0 15,19-17-15,17-19-1,0 1 1,0 17-16,0 1 15</inkml:trace>
  <inkml:trace contextRef="#ctx0" brushRef="#br0" timeOffset="5975.78">8431 14658 0,'18'0'31,"0"0"-15,-1 0 15,1 0 16,0 0-31,-18 18-1,0 17 1,0-18 0,0 1-16,0 0 15,0-1-15,0 1 16,-18-18 62,0 0-62,1 0-1,17-18-15,0 1 16,0-71-1,35 35 1,-35 35 0,0 0-16,0-17 15,0 17-15,0 1 16,0-18 0,0 17-1,0 0 1,0 1-1,-18-1 64,1 18-64,-1 0 1,0 0-16,1 0 15,-19 18-15,19-1 16,-1 1 0,1 0-1,17-1-15,0 1 32,0 17-17,0 0 1,0-17 15,0 0-15,0-1-1,0 1 32,17-18 16,1 0-63,17 0 15,0-18-15,18-17 32,-17 17-17,-36-17 1,0 17-16,0-17 15,0 18-15,0-19 0,0 1 16,0 17 0,0 1-1,-18-1 79,0 18-63,1 0-31,-1 0 16,0 0 0,1 0-16,-1 18 0,18 17 15,-18-17 1,1 52-1,17-35 1,0 1 0,0 17-1,0-36 1,0 1 0,0 17-1,0-17 1,0-1-16,0 1 15,0 0 1,0-36 78,0-17-94,17-18 15,-17 35 1,0-52 0,0 34-1,0 19 1,0-18 0,0-1 15,0 19 63,18 17-63,-18 35 0,0-17-31,0-1 16,0 18-1,0 1 1,0-19 0,0 1-1,0-36 79,0-17-94,18 17 16,-18-17-1,35-35 1,-35-1-1,0 53-15,0-17 16,0 17-16,18 1 94,-18 34-47,0 19-47,0 34 15,0-17-15,0-17 32,0-1-32,0 0 15,0-17-15,0-1 0,0 1 16,0 0-1,-18-1 64,0-17-64,18-17 1,0-36-1,18 17-15,0 19 16,-1-18 0,-17 17-16,0 0 15,0 1-15,0-1 16,0 0-16,0 1 16,0-1-16,-17 18 93,-19 35-77,1 1-16,0 17 16,0-18-16,17 0 15,0 0-15,18-17 16,0 17-1,0 1 1,0-19-16,0 1 16,0-1-1,-17 1 63,-1-18-62,18-53 0,18 36-1,-18-19-15,17 1 16,1 17-16,-18 1 16,0-19-16,0 19 15,0-1-15,0 1 16,18 17 78,-1 0-63,1 17-16,-18 1-15,0-1 16,0 36-16,0-35 0,0 0 16,0-1-1,0 19-15,0-19 16,0 1-16,0-1 94,0-69-63,0 34-15,0-35-1,0 18-15,0 17 16,0-17-16,0 17 0,0-17 15,0 17 1,0 1 78,17 17-63,-17 17-15,0 19-1,0 16 1,0-34 0,0 17-1,0-17 1,0 0 31,-17-18-16,-1-18-15,18 0-1,0 1 1,0-1-16,0-17 15,0 17-15,0-17 16,0 17-16,0 1 16,-17-1-1,17 36 126,-18 17-125,0 0-16,1 0 15,17 1 1,0-19-1,0 1 48,17 0-47,1-18-1,0-18 1,34 0-1,-52-35 1,0 18 0,0 0-16,0 0 15,0 17-15,0 0 16,0-17 0,0 17-1,0 1 1,0-1 15,-17 18 0,-18 0-15,17 0 0,-17 0-16,17 0 15,0 18 1,18-1-16,-17 1 0,-1 0 15,0 17 1,18-17 0,0 17-1,0 0 1,0-17 46,36-36-15,-36 1-31,0-1 46,17 0 32,1 18-63,-18 18-15,0 0 0,0-1-16,-18-17 109,18-35-78,0 17-15,0 1-16</inkml:trace>
  <inkml:trace contextRef="#ctx0" brushRef="#br0" timeOffset="8999.77">8378 14834 0,'0'-17'141,"-17"17"-94,-1 17-47,89-17 140,-1-17-124,18-19-1,-88 19 1,-17 17 250,-54 17-251,1 1-15,52-18 16,-88 35 0,71-17-1,70-18 110,18 0-125,-18 0 16,-17 0-1,0 0 1</inkml:trace>
  <inkml:trace contextRef="#ctx0" brushRef="#br0" timeOffset="35831.84">18397 13670 0,'0'-18'0,"18"18"31,-18 18-31,-18 70 16,-17-35 0,17 0-1,18-35 1,0 17-1,-17-17 1,-1-18 140,1 0-140,17-36 0,0-16-1,0-1 1,0 0-1,17 35 1,-17 0 15,0 1-15,0-1 0,0 0 109,0 54-94,0-19-31,0 19 15,0-19 1,0 36-16,0-17 16,0-19-1,0 1 1,0-1 0,35-34 77,-17-36-93,0 18 16,-1 17-16,1-17 16,-18-1-16,0 19 15,0-1-15,0-17 16,0 0-1,0 70 142,0 18-142,-18 0-15,1 0 16,17-18-16,-18 53 16,18-70-1,0-1-15,0 1 16,0 0 78,0-36-94,18 18 15,-1-35 1,1-1-16,0 1 15,-18 18-15,0-36 0,0 35 16,0-17 0,0 17-16,0-53 15,-18 54 1,0-18 0,1 17-16,17 0 15,-18 18 1,-17 0-1,0 0 1,-36 0 15,53 18-31,1 0 16,-1 17-16,0-18 0,1 19 16,-1 17-1,18-18 1,0 36-1,0-36 1,0 0 0,0 0-1,0 18 1,35-35 0,18-18-1,36 0 1,-72 0-1,18-18-15,1 18 16,-19 0-16,1-17 16,0-19-1,-18 19-15,17-36 16,-17 18-16,0-1 16,0-34-1,0 17 1,-17-53-1,-1 53 1,18 35 0,-35 1-1,17 17 1,0 0 0,1 0-16,-1 0 15,-35 0 1,53 17-16,-53 19 15,36-1 1,-1-17-16,-17 70 31,35-35-15,0 0 0,0-18-1,0 0 1,0-17-1,0 17 1,17-17-16,1-18 16,17 0-1,-17 0-15,70-18 16,-70 0 0,-1 1-16,36-18 15,-35-36 1,0 18-1,-18 0 1,0-35 15,0 53-15,0-18 0,-18 35-16,0 18 15,18-18-15,-17 1 16,-1 17 15,0 0-15,-17 0-1,-18 35 1,0 18 0,36 35-1,-1-35 1,18 0-1,0 0 1,0-18 0,0-17-1,0 0 1,0-1 0,53-17-1,0 0 1,-35 0-1,34-35 1,-34 0 0,17-1-1,-35 1 1,0-36 0,0 1-1,-17 17 1,-1 18-1,0 17 1,18 0 0,-17 18 15,-1 0-31,1 0 31,-1 0-15,-17 18-1,-1 53 1,19-18 0,17-1-1,0 1 1,0-35-16,0 17 16,0-17-16,17 17 15,-17-17 1,53-18-1,-17 0 1,16 0 15,-16 0-15,17-35 0,-36-1-1,1 19 1,-18-1-1,0 0 1,0 1 0,-53 17 46,18 17-46,-1 1-16,1 53 15,0-54 1,35 19 0,0-19 15,0 18-15,0-17 15,18 0-16,34-18 1,1-18 0,0 0-1,-53 1 17,0-1-17,0 1 16,0-1-15,-17 0-16,-19 18 31,1 0-15,0 0-16,0 18 16,17 0-16,0-18 0,1 17 15,-1 1 1,18-1-1,0 1-15,0 0 16,0-1 47,35-17-48,-17-17-15,70-19 16,-35 1-1,-35 35 1,-1-35-16,-17 17 16,0-35-1,0 36 1,-17-36 0,-1 35-16,0 0 15,1 18-15,-1 0 16,0 0 15,-52 0-15,-1 18-1,36 17 1,17 1 0,18-19-16,0 19 15,0-1 1,0 0-16,0-17 15,0 17 1,18-35 15,17 0-15,54 0 0,-19-18-1,1 1 1,-36-18-1,-17 17 1,-18-17 0,0 17-16,0-17 15,0 17-15,0 0 16,0 1-16,0-1 16,-18 0-16,18 1 15,-18-1 1,1 1-16,-1 17 31,0 0-31,-35 0 16,18 52 15,35-16-15,0 17-1,0 0 1,0-18-16,0-17 15,0-1-15,0 1 0,0-1 16,0 19 0,71-19-1,-18-17 1,0 0 0,-1 0-1,1-17 1,-17-36-1,-19-18 1,-17 18 0,0-17 15,0 34-31,0 19 16,0-36-16,-17 35 0,-1 18 15,0 0 1,-35 0-1,1 0 1,-37 0 0,54 18-1,0 17 1,17 36 0,18-18-1,0 17 1,0 1-1,0-36 1,0-17-16,0-1 16,0 19-16,0-19 15,18-17 1,35 0 0,17 0-1,1-17 1,-36-19-1,18-17 1,-53 18 0,0-18-1,0-17 1,0 34 0,-18 1-16,-17 35 15,35-18 1,-35 18-1,17 0 1,1 0-16,-1 0 16,-17 0-1,-36 18 1,71 17 0,-18 18-1,18-17 1,0-1-1,0 0 1,0-17 0,0 17-1,18-35 1,17 0-16,18 0 16,0 0-1,-18-18 1,1 1-16,-1-36 15,-35 0 1,0 35 0,0-35 15,0 36-15,0-36-1,-18 53 1,1 0-1,-19 0 1,-16 0 0,34 35-16,-35 18 15,35-35 1,1 17-16,-1 18 16,18 0-1,0-36 1,0 1-1,0 0 64,35-18-79,1 0 15,17 0 1,-18-18-16,0 0 15,-35 1 1,0-1 0,0 1-1,-18 17 79,-17 17-78,18 18-16,17-17 15,-36 17 1,36-17 0,0 0-1,18-1 48,0-17-63,17 0 15,0 0 1,-35-17 0,-18 17 124,1 0-124,-1 0 109,36 0-110,17-18 1,-17 0 0,17 18 62,-17 18-63,-18 17 17,-36-17-17,19 0-15,-19-18 16,19 17 0,-1-17-1,1 0 16,-1 0-15,0-35 0,18 17-1,0 1 1,0-1 0,36 0-16,-36 1 15,17 17 48,1 0-48,-18 17 1,0 1-16,0 0 16,-18-1-1,-35 1 16,36-18-15,-1 0 15,0 0-15,1-35 0,-1 17-1,18 0-15,0-17 16,0 17-16,0-17 15,0 18 1,18 17 0,-1 0 31,1 0-47,-18 17 31,0 1 0,0-1-15,0 1-16,-18-18 62,1 0-46,17-18-16,0-17 15,0 0 1,0 0 0,0-1-1,0 1-15,35 35 78,-35 18-46,0-1-1,0 19-15,-18-36-1,-17 0 16,17-18-15,1-17 0,17-1-16,0 19 15,0-1-15,0-17 16,0 17-16,0-35 16,17 36-1,1 17 1,0 0 31,17 0-47,-17 17 15,-18 1 17,0 0-17,0-1-15,0 18 16,-18-35 62,-17 0-78,35-17 31,0-1-15,0 1-1,17-1 1,1 18 62,-18 18-47,0-1-31,0 18 16,0-17 0,-18-18-1,1 0 1,-19 0 15,19-18-31,-1-17 16,18 18-1,0-19-15,0 1 32,0 17-32,0 1 15,18 17 48,-1 17-48,1 1-15,0 17 16,-18-17 15,0 0-31,0-1 16,-18 1 0,0-18 30,1 0-30,-1 0-16,18-18 16,0 1-1,0-1 17,0 0-17,18 18 16,-1 0 1,1 18-32,-18 0 31,0-1-15,0 1-1,0-1 1,-18-17 46,18-17-46,0-1 0,0 1-1,0-1 1,0 0-16,18 18 15,0 0 17,-1 0-17,1 36 1,0-1 0,-18-18-1,0 19 1,0-19-1,-18-17 64,18-17-64,0-1-15,0 0 31,0 1-31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85830-AAF0-4E28-B53D-EA79408B9CB6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77561-2074-49CE-B344-94E6CF9CC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65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28239-D72B-4F15-B30F-13A7A30CFB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46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21 </a:t>
            </a:r>
            <a:r>
              <a:rPr lang="en-US" dirty="0"/>
              <a:t>pigeons and 4 holes</a:t>
            </a:r>
            <a:r>
              <a:rPr lang="en-US" baseline="0" dirty="0"/>
              <a:t>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7561-2074-49CE-B344-94E6CF9CC9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38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8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68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2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68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72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2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5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3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2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FE5EF-BE91-4DDD-A21D-E4A617073621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0D135-CA8B-479D-9065-42F41BB83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2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customXml" Target="../ink/ink2.xml"/><Relationship Id="rId4" Type="http://schemas.openxmlformats.org/officeDocument/2006/relationships/image" Target="../media/image4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Proof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73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7239000" cy="701040"/>
          </a:xfrm>
        </p:spPr>
        <p:txBody>
          <a:bodyPr/>
          <a:lstStyle/>
          <a:p>
            <a:pPr algn="ctr"/>
            <a:r>
              <a:rPr lang="en-US" dirty="0"/>
              <a:t>PROOF BY CONTRADICTION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83855"/>
            <a:ext cx="9652000" cy="51718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steps: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Assume p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</a:t>
            </a:r>
            <a:r>
              <a:rPr lang="en-US" dirty="0">
                <a:solidFill>
                  <a:srgbClr val="FF0000"/>
                </a:solidFill>
              </a:rPr>
              <a:t>¬q is true</a:t>
            </a:r>
          </a:p>
          <a:p>
            <a:pPr algn="just"/>
            <a:r>
              <a:rPr lang="en-US" dirty="0"/>
              <a:t>Try to solve that the above assumption (p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¬q) is false.</a:t>
            </a:r>
          </a:p>
          <a:p>
            <a:pPr algn="just"/>
            <a:r>
              <a:rPr lang="en-US" u="sng" dirty="0"/>
              <a:t>When the assumption is found to be false then implication       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u="sng" dirty="0"/>
              <a:t>p </a:t>
            </a:r>
            <a:r>
              <a:rPr lang="en-US" u="sng" dirty="0">
                <a:sym typeface="Symbol"/>
              </a:rPr>
              <a:t></a:t>
            </a:r>
            <a:r>
              <a:rPr lang="en-US" u="sng" dirty="0"/>
              <a:t> q  is true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Since p </a:t>
            </a:r>
            <a:r>
              <a:rPr lang="en-US" b="1" dirty="0">
                <a:sym typeface="Symbol"/>
              </a:rPr>
              <a:t></a:t>
            </a:r>
            <a:r>
              <a:rPr lang="en-US" b="1" dirty="0"/>
              <a:t> q is equivalent to ¬ p</a:t>
            </a:r>
            <a:r>
              <a:rPr lang="en-US" b="1" dirty="0">
                <a:sym typeface="Symbol"/>
              </a:rPr>
              <a:t>  </a:t>
            </a:r>
            <a:r>
              <a:rPr lang="en-US" b="1" dirty="0"/>
              <a:t>q and the negation of    ¬ p</a:t>
            </a:r>
            <a:r>
              <a:rPr lang="en-US" b="1" dirty="0">
                <a:sym typeface="Symbol"/>
              </a:rPr>
              <a:t>  </a:t>
            </a:r>
            <a:r>
              <a:rPr lang="en-US" b="1" dirty="0"/>
              <a:t>q is p</a:t>
            </a:r>
            <a:r>
              <a:rPr lang="en-US" b="1" dirty="0">
                <a:sym typeface="Symbol"/>
              </a:rPr>
              <a:t></a:t>
            </a:r>
            <a:r>
              <a:rPr lang="en-US" b="1" dirty="0"/>
              <a:t>¬q(by de </a:t>
            </a:r>
            <a:r>
              <a:rPr lang="en-US" b="1" dirty="0" err="1"/>
              <a:t>morgan’s</a:t>
            </a:r>
            <a:r>
              <a:rPr lang="en-US" b="1" dirty="0"/>
              <a:t> law), </a:t>
            </a:r>
            <a:r>
              <a:rPr lang="en-US" b="1" dirty="0">
                <a:solidFill>
                  <a:srgbClr val="FF0000"/>
                </a:solidFill>
              </a:rPr>
              <a:t>so if our assumption is false then its negation is true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en-US" dirty="0"/>
              <a:t>Proofs of this type are called proofs by contradiction. Because a proof by contradiction does not prove a result directly, it is another type of indirect proof.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CD7AF-4C84-4D4F-A406-E6549BC48C49}" type="slidenum">
              <a:rPr lang="en-US">
                <a:solidFill>
                  <a:srgbClr val="B13F9A"/>
                </a:solidFill>
                <a:latin typeface="Trebuchet MS"/>
              </a:rPr>
              <a:pPr/>
              <a:t>2</a:t>
            </a:fld>
            <a:endParaRPr lang="en-US">
              <a:solidFill>
                <a:srgbClr val="B13F9A"/>
              </a:solidFill>
              <a:latin typeface="Trebuchet M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Compiled By: Er. Krishna Khadka</a:t>
            </a:r>
          </a:p>
        </p:txBody>
      </p:sp>
    </p:spTree>
    <p:extLst>
      <p:ext uri="{BB962C8B-B14F-4D97-AF65-F5344CB8AC3E}">
        <p14:creationId xmlns:p14="http://schemas.microsoft.com/office/powerpoint/2010/main" val="227489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7239000" cy="701040"/>
          </a:xfrm>
        </p:spPr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173" y="665018"/>
            <a:ext cx="9615054" cy="56388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Give a proof by contradiction of the theorem “If 3n + 2 is odd, then n is odd.”</a:t>
            </a:r>
          </a:p>
          <a:p>
            <a:pPr algn="just"/>
            <a:r>
              <a:rPr lang="en-US" sz="2400" b="1" u="sng" dirty="0">
                <a:solidFill>
                  <a:srgbClr val="FF0000"/>
                </a:solidFill>
              </a:rPr>
              <a:t>Solution:</a:t>
            </a:r>
          </a:p>
          <a:p>
            <a:pPr algn="just"/>
            <a:r>
              <a:rPr lang="en-US" sz="2400" dirty="0"/>
              <a:t>Let </a:t>
            </a:r>
            <a:r>
              <a:rPr lang="en-US" sz="2400" b="1" dirty="0">
                <a:solidFill>
                  <a:srgbClr val="00B0F0"/>
                </a:solidFill>
              </a:rPr>
              <a:t>p be</a:t>
            </a:r>
            <a:r>
              <a:rPr lang="en-US" sz="2400" b="1" dirty="0"/>
              <a:t> “</a:t>
            </a:r>
            <a:r>
              <a:rPr lang="en-US" sz="2400" b="1" dirty="0">
                <a:solidFill>
                  <a:srgbClr val="00B0F0"/>
                </a:solidFill>
              </a:rPr>
              <a:t>3n + 2 is odd</a:t>
            </a:r>
            <a:r>
              <a:rPr lang="en-US" sz="2400" b="1" dirty="0"/>
              <a:t>” </a:t>
            </a:r>
            <a:r>
              <a:rPr lang="en-US" sz="2400" dirty="0"/>
              <a:t>and </a:t>
            </a:r>
            <a:r>
              <a:rPr lang="en-US" sz="2400" b="1" dirty="0"/>
              <a:t>q be “n is odd.” </a:t>
            </a:r>
            <a:r>
              <a:rPr lang="en-US" sz="2400" dirty="0"/>
              <a:t>To construct a proof by contradiction, </a:t>
            </a:r>
            <a:r>
              <a:rPr lang="en-US" sz="2400" u="sng" dirty="0"/>
              <a:t>assume that both p and ¬q are true</a:t>
            </a:r>
            <a:r>
              <a:rPr lang="en-US" sz="2400" dirty="0"/>
              <a:t>. That is, </a:t>
            </a:r>
            <a:r>
              <a:rPr lang="en-US" sz="2400" b="1" dirty="0"/>
              <a:t>assume that 3n + 2 is odd and that n is not odd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Because </a:t>
            </a:r>
            <a:r>
              <a:rPr lang="en-US" sz="2400" b="1" dirty="0"/>
              <a:t>n is not odd</a:t>
            </a:r>
            <a:r>
              <a:rPr lang="en-US" sz="2400" dirty="0"/>
              <a:t>, we know that </a:t>
            </a:r>
            <a:r>
              <a:rPr lang="en-US" sz="2400" b="1" dirty="0"/>
              <a:t>it is even</a:t>
            </a:r>
            <a:r>
              <a:rPr lang="en-US" sz="2400" dirty="0"/>
              <a:t>. Because n is even, there is an integer k such that </a:t>
            </a:r>
            <a:r>
              <a:rPr lang="en-US" sz="2400" b="1" dirty="0"/>
              <a:t>n = 2k</a:t>
            </a:r>
            <a:r>
              <a:rPr lang="en-US" sz="2400" dirty="0"/>
              <a:t>. This implies that </a:t>
            </a:r>
            <a:r>
              <a:rPr lang="en-US" sz="2400" b="1" dirty="0"/>
              <a:t>3n + 2 = 3(2k) + 2 = 6k + 2 = 2(3k + 1). </a:t>
            </a:r>
            <a:r>
              <a:rPr lang="en-US" sz="2400" dirty="0"/>
              <a:t>Because </a:t>
            </a:r>
            <a:r>
              <a:rPr lang="en-US" sz="2400" b="1" dirty="0"/>
              <a:t>3n + 2 is 2t </a:t>
            </a:r>
            <a:r>
              <a:rPr lang="en-US" sz="2400" dirty="0"/>
              <a:t>, where t = 3k + 1, 3n + 2 is even.</a:t>
            </a:r>
          </a:p>
          <a:p>
            <a:pPr algn="just"/>
            <a:r>
              <a:rPr lang="en-US" sz="2400" dirty="0"/>
              <a:t>Note that the statement </a:t>
            </a:r>
            <a:r>
              <a:rPr lang="en-US" sz="2400" b="1" dirty="0"/>
              <a:t>“</a:t>
            </a:r>
            <a:r>
              <a:rPr lang="en-US" sz="2400" b="1" dirty="0">
                <a:solidFill>
                  <a:srgbClr val="00B0F0"/>
                </a:solidFill>
              </a:rPr>
              <a:t>3n + 2 is even” is equivalent to the statement ¬p</a:t>
            </a:r>
            <a:r>
              <a:rPr lang="en-US" sz="2400" dirty="0"/>
              <a:t>, because an integer is even if and only if it is not odd. </a:t>
            </a:r>
            <a:r>
              <a:rPr lang="en-US" sz="2400" b="1" dirty="0"/>
              <a:t>Because both p and ¬p are true, </a:t>
            </a:r>
            <a:r>
              <a:rPr lang="en-US" sz="2400" b="1" dirty="0">
                <a:solidFill>
                  <a:srgbClr val="FF0000"/>
                </a:solidFill>
              </a:rPr>
              <a:t>we have a contradiction</a:t>
            </a:r>
            <a:r>
              <a:rPr lang="en-US" sz="2400" dirty="0">
                <a:solidFill>
                  <a:srgbClr val="FF0000"/>
                </a:solidFill>
              </a:rPr>
              <a:t>. </a:t>
            </a:r>
          </a:p>
          <a:p>
            <a:pPr algn="just"/>
            <a:r>
              <a:rPr lang="en-US" sz="2400" dirty="0"/>
              <a:t>This completes the proof by contradiction, proving that if 3n + 2 is odd, then n is odd.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CD7AF-4C84-4D4F-A406-E6549BC48C49}" type="slidenum">
              <a:rPr lang="en-US">
                <a:solidFill>
                  <a:srgbClr val="B13F9A"/>
                </a:solidFill>
                <a:latin typeface="Trebuchet MS"/>
              </a:rPr>
              <a:pPr/>
              <a:t>3</a:t>
            </a:fld>
            <a:endParaRPr lang="en-US">
              <a:solidFill>
                <a:srgbClr val="B13F9A"/>
              </a:solidFill>
              <a:latin typeface="Trebuchet M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Compiled By: Er. Krishna Khadka</a:t>
            </a:r>
          </a:p>
        </p:txBody>
      </p:sp>
    </p:spTree>
    <p:extLst>
      <p:ext uri="{BB962C8B-B14F-4D97-AF65-F5344CB8AC3E}">
        <p14:creationId xmlns:p14="http://schemas.microsoft.com/office/powerpoint/2010/main" val="297773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299" y="633359"/>
            <a:ext cx="9783501" cy="5672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82545" y="831273"/>
            <a:ext cx="1085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pigeons</a:t>
            </a:r>
          </a:p>
          <a:p>
            <a:r>
              <a:rPr lang="en-US" dirty="0">
                <a:solidFill>
                  <a:srgbClr val="FF0000"/>
                </a:solidFill>
              </a:rPr>
              <a:t>4 holes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3309" y="1856509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28933" y="2486952"/>
            <a:ext cx="3497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7842" y="3813814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12725" y="370378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objects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/>
              <p14:cNvContentPartPr/>
              <p14:nvPr/>
            </p14:nvContentPartPr>
            <p14:xfrm>
              <a:off x="3276720" y="4737240"/>
              <a:ext cx="222480" cy="2034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0880" y="4673520"/>
                <a:ext cx="25416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2946240" y="4699080"/>
              <a:ext cx="3765960" cy="64800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6880" y="4689720"/>
                <a:ext cx="3784680" cy="6667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/>
          <p:cNvSpPr/>
          <p:nvPr/>
        </p:nvSpPr>
        <p:spPr>
          <a:xfrm>
            <a:off x="3191102" y="4653748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883004" y="5023080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467338" y="4755974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61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1873" y="553203"/>
            <a:ext cx="10515600" cy="22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11740"/>
            <a:ext cx="10596418" cy="618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50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291" y="288609"/>
            <a:ext cx="9732491" cy="648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19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529" y="365125"/>
            <a:ext cx="11326941" cy="510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2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</TotalTime>
  <Words>367</Words>
  <Application>Microsoft Office PowerPoint</Application>
  <PresentationFormat>Widescreen</PresentationFormat>
  <Paragraphs>32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Trebuchet MS</vt:lpstr>
      <vt:lpstr>Office Theme</vt:lpstr>
      <vt:lpstr>Proof Techniques</vt:lpstr>
      <vt:lpstr>PROOF BY CONTRADICTION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krishna khadka</cp:lastModifiedBy>
  <cp:revision>43</cp:revision>
  <dcterms:created xsi:type="dcterms:W3CDTF">2023-01-30T04:49:57Z</dcterms:created>
  <dcterms:modified xsi:type="dcterms:W3CDTF">2024-05-21T04:55:35Z</dcterms:modified>
</cp:coreProperties>
</file>