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Geist" pitchFamily="2" charset="77"/>
      <p:regular r:id="rId15"/>
      <p:bold r:id="rId16"/>
      <p:italic r:id="rId17"/>
      <p:boldItalic r:id="rId18"/>
    </p:embeddedFont>
    <p:embeddedFont>
      <p:font typeface="Geist Bold" pitchFamily="2" charset="77"/>
      <p:bold r:id="rId19"/>
      <p:italic r:id="rId20"/>
      <p:bold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5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92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448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290" y="599405"/>
            <a:ext cx="2629793" cy="39446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556519"/>
            <a:ext cx="4722763" cy="921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Mobile App Development Internship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2690515"/>
            <a:ext cx="4722763" cy="896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 IT Student Portal – Cross-Platform Flutter App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Manish Shrestha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| PU Reg. No: 2022-1-07-0141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Code IT, Dharan | Pokhara Engineering College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April 12 – July 12, 2026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03918B-29EC-AB56-4CAD-077A38BB9ABC}"/>
              </a:ext>
            </a:extLst>
          </p:cNvPr>
          <p:cNvSpPr/>
          <p:nvPr/>
        </p:nvSpPr>
        <p:spPr>
          <a:xfrm>
            <a:off x="8021053" y="4828674"/>
            <a:ext cx="1122947" cy="314826"/>
          </a:xfrm>
          <a:prstGeom prst="rect">
            <a:avLst/>
          </a:prstGeom>
          <a:solidFill>
            <a:srgbClr val="0F15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988" y="1746572"/>
            <a:ext cx="1354931" cy="215354"/>
          </a:xfrm>
          <a:prstGeom prst="roundRect">
            <a:avLst>
              <a:gd name="adj" fmla="val 22119"/>
            </a:avLst>
          </a:prstGeom>
          <a:solidFill>
            <a:srgbClr val="00194D"/>
          </a:solidFill>
          <a:ln/>
        </p:spPr>
      </p:sp>
      <p:sp>
        <p:nvSpPr>
          <p:cNvPr id="4" name="Text 1"/>
          <p:cNvSpPr/>
          <p:nvPr/>
        </p:nvSpPr>
        <p:spPr>
          <a:xfrm>
            <a:off x="3560043" y="1789063"/>
            <a:ext cx="164202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ABOUT THE COMPANY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474988" y="2018630"/>
            <a:ext cx="5177582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 to Code IT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474988" y="2621087"/>
            <a:ext cx="5177582" cy="885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EdTech organization established in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2017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 Dharan, Sunsari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Mission: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"Quality Education Without Financial Barriers"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200+ enrolled students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on the learning platform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Internship goal: Migrate web-based Student Portal to a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native mobile app</a:t>
            </a:r>
          </a:p>
          <a:p>
            <a:pPr marL="223520" indent="-223520">
              <a:lnSpc>
                <a:spcPct val="108000"/>
              </a:lnSpc>
              <a:buSzPct val="100000"/>
              <a:buFontTx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Internship duration</a:t>
            </a:r>
            <a:r>
              <a:rPr lang="en-US" sz="110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April 12,2026 to July 12, 2026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DC68E4-A42A-034A-03A2-39C4337B1B65}"/>
              </a:ext>
            </a:extLst>
          </p:cNvPr>
          <p:cNvSpPr/>
          <p:nvPr/>
        </p:nvSpPr>
        <p:spPr>
          <a:xfrm>
            <a:off x="8021053" y="4828674"/>
            <a:ext cx="1122947" cy="314826"/>
          </a:xfrm>
          <a:prstGeom prst="rect">
            <a:avLst/>
          </a:prstGeom>
          <a:solidFill>
            <a:srgbClr val="0F15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0" y="596726"/>
            <a:ext cx="2633365" cy="395004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397743"/>
            <a:ext cx="4722763" cy="446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kern="0" spc="-5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5" name="Shape 1"/>
          <p:cNvSpPr/>
          <p:nvPr/>
        </p:nvSpPr>
        <p:spPr>
          <a:xfrm>
            <a:off x="3925119" y="1043583"/>
            <a:ext cx="4722763" cy="957635"/>
          </a:xfrm>
          <a:prstGeom prst="roundRect">
            <a:avLst>
              <a:gd name="adj" fmla="val 6023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076700" y="1195164"/>
            <a:ext cx="4419600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Poor Mobile UX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076700" y="1498104"/>
            <a:ext cx="4419600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Web-only portal with UI formatting inconsistencies on mobile browsers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3925119" y="2134195"/>
            <a:ext cx="4722763" cy="781869"/>
          </a:xfrm>
          <a:prstGeom prst="roundRect">
            <a:avLst>
              <a:gd name="adj" fmla="val 7377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076700" y="2285777"/>
            <a:ext cx="4419600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 Native Features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076700" y="2588716"/>
            <a:ext cx="4419600" cy="17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Missing push notifications, biometrics, and offline mode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925119" y="3049042"/>
            <a:ext cx="4722763" cy="781869"/>
          </a:xfrm>
          <a:prstGeom prst="roundRect">
            <a:avLst>
              <a:gd name="adj" fmla="val 7377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076700" y="3200623"/>
            <a:ext cx="4419600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Low Performance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076700" y="3503563"/>
            <a:ext cx="4419600" cy="17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Poor performance on using on mobile browsers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925119" y="3963888"/>
            <a:ext cx="4722763" cy="781869"/>
          </a:xfrm>
          <a:prstGeom prst="roundRect">
            <a:avLst>
              <a:gd name="adj" fmla="val 7377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076700" y="4115470"/>
            <a:ext cx="4419600" cy="223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Student Needs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076700" y="4418409"/>
            <a:ext cx="4419600" cy="17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On-the-go access to courses, live classes, and certificates</a:t>
            </a:r>
            <a:endParaRPr lang="en-US" sz="10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4BB37A-B366-8E8E-A578-07A6163E0A1D}"/>
              </a:ext>
            </a:extLst>
          </p:cNvPr>
          <p:cNvSpPr/>
          <p:nvPr/>
        </p:nvSpPr>
        <p:spPr>
          <a:xfrm>
            <a:off x="8021053" y="4828674"/>
            <a:ext cx="1122947" cy="314826"/>
          </a:xfrm>
          <a:prstGeom prst="rect">
            <a:avLst/>
          </a:prstGeom>
          <a:solidFill>
            <a:srgbClr val="0F15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862"/>
            <a:ext cx="8151763" cy="367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b="1" kern="0" spc="-4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Objectives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70955"/>
            <a:ext cx="8151763" cy="677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6807" y="1199704"/>
            <a:ext cx="169441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52215" y="1098203"/>
            <a:ext cx="7468419" cy="18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Cross-Platform App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52215" y="1335732"/>
            <a:ext cx="7468419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Develop Android &amp; iOS app using </a:t>
            </a: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Flutter &amp; Dart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38685"/>
            <a:ext cx="8151763" cy="6777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6807" y="1967433"/>
            <a:ext cx="169441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52215" y="1865933"/>
            <a:ext cx="7468419" cy="18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API Integration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52215" y="2103462"/>
            <a:ext cx="7468419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Integrate RESTful APIs with </a:t>
            </a: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MVCS architecture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506414"/>
            <a:ext cx="8151763" cy="6777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6807" y="2735163"/>
            <a:ext cx="169441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52215" y="2633663"/>
            <a:ext cx="7468419" cy="18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Biometric Security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52215" y="2871192"/>
            <a:ext cx="7468419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 </a:t>
            </a: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Fingerprint / Face ID</a:t>
            </a: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authentication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274144"/>
            <a:ext cx="8151763" cy="6777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6807" y="3502893"/>
            <a:ext cx="169441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052215" y="3401392"/>
            <a:ext cx="7468419" cy="18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Enrollment Module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052215" y="3638922"/>
            <a:ext cx="7468419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Course Enrollment with </a:t>
            </a: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payment verification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4041874"/>
            <a:ext cx="8151763" cy="6777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6807" y="4270623"/>
            <a:ext cx="169441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052215" y="4169122"/>
            <a:ext cx="7468419" cy="183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Professional Growth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052215" y="4406652"/>
            <a:ext cx="7468419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Gain experience in </a:t>
            </a:r>
            <a:r>
              <a:rPr lang="en-US" sz="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remote agile development</a:t>
            </a:r>
            <a:endParaRPr lang="en-US" sz="8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381E44-D611-24B6-DCFB-C963A3D4C220}"/>
              </a:ext>
            </a:extLst>
          </p:cNvPr>
          <p:cNvSpPr/>
          <p:nvPr/>
        </p:nvSpPr>
        <p:spPr>
          <a:xfrm>
            <a:off x="8021053" y="4828674"/>
            <a:ext cx="1122947" cy="314826"/>
          </a:xfrm>
          <a:prstGeom prst="rect">
            <a:avLst/>
          </a:prstGeom>
          <a:solidFill>
            <a:srgbClr val="0F15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25252"/>
            <a:ext cx="994842" cy="215354"/>
          </a:xfrm>
          <a:prstGeom prst="roundRect">
            <a:avLst>
              <a:gd name="adj" fmla="val 22119"/>
            </a:avLst>
          </a:prstGeom>
          <a:noFill/>
          <a:ln w="9525">
            <a:solidFill>
              <a:srgbClr val="629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867742"/>
            <a:ext cx="128193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97310"/>
            <a:ext cx="3902943" cy="921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Architecture – MVCS Pattern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160463"/>
            <a:ext cx="436014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Flow: </a:t>
            </a:r>
            <a:r>
              <a:rPr lang="en-US" sz="1100" b="1" dirty="0">
                <a:solidFill>
                  <a:srgbClr val="0D47A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</a:t>
            </a: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↔</a:t>
            </a:r>
            <a:r>
              <a:rPr lang="en-US" sz="1100" b="1" dirty="0">
                <a:solidFill>
                  <a:srgbClr val="0D47A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Service </a:t>
            </a: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↔</a:t>
            </a:r>
            <a:r>
              <a:rPr lang="en-US" sz="1100" b="1" dirty="0">
                <a:solidFill>
                  <a:srgbClr val="0D47A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Controller </a:t>
            </a: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↔</a:t>
            </a:r>
            <a:r>
              <a:rPr lang="en-US" sz="1100" b="1" dirty="0">
                <a:solidFill>
                  <a:srgbClr val="0D47A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472258"/>
            <a:ext cx="3902943" cy="1254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Model: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Data structures &amp; API response parsing (JSON)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View: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Flutter widgets — Screens, Pages, Custom Widgets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Controller: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Business logic &amp; state management (</a:t>
            </a:r>
            <a:r>
              <a:rPr lang="en-US" sz="110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GetX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)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Service: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REST API calls via Dio + local storage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853979"/>
            <a:ext cx="3902943" cy="49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000"/>
              </a:spcAft>
              <a:buNone/>
            </a:pP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620241"/>
            <a:ext cx="3902943" cy="39029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8115C56-D991-B120-B67A-C6C803527FE2}"/>
              </a:ext>
            </a:extLst>
          </p:cNvPr>
          <p:cNvSpPr/>
          <p:nvPr/>
        </p:nvSpPr>
        <p:spPr>
          <a:xfrm>
            <a:off x="8021053" y="4828674"/>
            <a:ext cx="1122947" cy="314826"/>
          </a:xfrm>
          <a:prstGeom prst="rect">
            <a:avLst/>
          </a:prstGeom>
          <a:solidFill>
            <a:srgbClr val="0F15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9705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Core Features Delivered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073920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118196"/>
            <a:ext cx="213843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433563"/>
            <a:ext cx="213843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Login, OTP, Password Reset, Biometric Login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073920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2118196"/>
            <a:ext cx="213843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2433563"/>
            <a:ext cx="213843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 classes, courses, receipts, certificates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2073920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2118196"/>
            <a:ext cx="213843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Support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2433563"/>
            <a:ext cx="213843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Ticketing: Technical, General, Counseling and Internship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85579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129855"/>
            <a:ext cx="213843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Courses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56816" y="3445222"/>
            <a:ext cx="213843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Video player, recorded classes, notes download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85579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3129855"/>
            <a:ext cx="213843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Certificates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33130" y="3445222"/>
            <a:ext cx="2138437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can email the certificates in their email.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747" y="3085579"/>
            <a:ext cx="283518" cy="283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509445" y="3129855"/>
            <a:ext cx="2138437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Course Purchase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509445" y="3445222"/>
            <a:ext cx="213843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can purchase the course.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E4BDD9-D358-CD87-6070-3259C275E80E}"/>
              </a:ext>
            </a:extLst>
          </p:cNvPr>
          <p:cNvSpPr/>
          <p:nvPr/>
        </p:nvSpPr>
        <p:spPr>
          <a:xfrm>
            <a:off x="8021053" y="4828674"/>
            <a:ext cx="1122947" cy="314826"/>
          </a:xfrm>
          <a:prstGeom prst="rect">
            <a:avLst/>
          </a:prstGeom>
          <a:solidFill>
            <a:srgbClr val="0F15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01042"/>
            <a:ext cx="830387" cy="215354"/>
          </a:xfrm>
          <a:prstGeom prst="roundRect">
            <a:avLst>
              <a:gd name="adj" fmla="val 22119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43533"/>
            <a:ext cx="111747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73100"/>
            <a:ext cx="5177582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Technologies Used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93267"/>
            <a:ext cx="1631305" cy="12464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3127" y="1654076"/>
            <a:ext cx="1233488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3127" y="2026146"/>
            <a:ext cx="1233488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Flutter &amp; Dart (cross-platform UI)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9182" y="1493267"/>
            <a:ext cx="1631379" cy="12464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06191" y="1654076"/>
            <a:ext cx="123356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HTTP &amp; State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06191" y="2026146"/>
            <a:ext cx="123356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Dio (interceptors) · Provider · GetX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2321" y="1493267"/>
            <a:ext cx="1631379" cy="12464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79329" y="1654076"/>
            <a:ext cx="123356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279329" y="2026146"/>
            <a:ext cx="1233562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local_auth ^3.0.1 — biometric authentication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881461"/>
            <a:ext cx="1631305" cy="16609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3127" y="3042270"/>
            <a:ext cx="1233488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Media &amp; Network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733127" y="3644652"/>
            <a:ext cx="1233488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image_picker ^1.2.2 · connectivity_plus ^7.1.1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9182" y="2881461"/>
            <a:ext cx="1631379" cy="16609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506191" y="3042270"/>
            <a:ext cx="1233562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Dev Tools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2506191" y="3414340"/>
            <a:ext cx="123356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Figma · Postman · GitHub · Vscode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4339" y="1257598"/>
            <a:ext cx="2628230" cy="262823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1D83046-7EF7-F478-15D2-AB08CFDAA991}"/>
              </a:ext>
            </a:extLst>
          </p:cNvPr>
          <p:cNvSpPr/>
          <p:nvPr/>
        </p:nvSpPr>
        <p:spPr>
          <a:xfrm>
            <a:off x="8021053" y="4828674"/>
            <a:ext cx="1122947" cy="314826"/>
          </a:xfrm>
          <a:prstGeom prst="rect">
            <a:avLst/>
          </a:prstGeom>
          <a:solidFill>
            <a:srgbClr val="0F15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8682"/>
            <a:ext cx="8151763" cy="410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50" b="1" kern="0" spc="-5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Technical Highlights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564856" y="1043880"/>
            <a:ext cx="14288" cy="3690938"/>
          </a:xfrm>
          <a:prstGeom prst="roundRect">
            <a:avLst>
              <a:gd name="adj" fmla="val 49998"/>
            </a:avLst>
          </a:prstGeom>
          <a:solidFill>
            <a:srgbClr val="002A80"/>
          </a:solidFill>
          <a:ln/>
        </p:spPr>
      </p:sp>
      <p:sp>
        <p:nvSpPr>
          <p:cNvPr id="4" name="Shape 2"/>
          <p:cNvSpPr/>
          <p:nvPr/>
        </p:nvSpPr>
        <p:spPr>
          <a:xfrm>
            <a:off x="4065501" y="1178719"/>
            <a:ext cx="378768" cy="14288"/>
          </a:xfrm>
          <a:prstGeom prst="roundRect">
            <a:avLst>
              <a:gd name="adj" fmla="val 49998"/>
            </a:avLst>
          </a:prstGeom>
          <a:solidFill>
            <a:srgbClr val="002A80"/>
          </a:solidFill>
          <a:ln/>
        </p:spPr>
      </p:sp>
      <p:sp>
        <p:nvSpPr>
          <p:cNvPr id="5" name="Shape 3"/>
          <p:cNvSpPr/>
          <p:nvPr/>
        </p:nvSpPr>
        <p:spPr>
          <a:xfrm>
            <a:off x="4429981" y="1043880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77271" y="1062782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6119" y="1083320"/>
            <a:ext cx="3444627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20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Week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1355899"/>
            <a:ext cx="3444627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Complete UI rebuild to match company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Figma design system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99732" y="1908572"/>
            <a:ext cx="378768" cy="14288"/>
          </a:xfrm>
          <a:prstGeom prst="roundRect">
            <a:avLst>
              <a:gd name="adj" fmla="val 49998"/>
            </a:avLst>
          </a:prstGeom>
          <a:solidFill>
            <a:srgbClr val="002A80"/>
          </a:solidFill>
          <a:ln/>
        </p:spPr>
      </p:sp>
      <p:sp>
        <p:nvSpPr>
          <p:cNvPr id="10" name="Shape 8"/>
          <p:cNvSpPr/>
          <p:nvPr/>
        </p:nvSpPr>
        <p:spPr>
          <a:xfrm>
            <a:off x="4429981" y="1773734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7271" y="1792635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203254" y="1813173"/>
            <a:ext cx="3444627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Week 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03254" y="2085752"/>
            <a:ext cx="3444627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pivot: 3D buttons →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modern flat design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65501" y="2545705"/>
            <a:ext cx="378768" cy="14288"/>
          </a:xfrm>
          <a:prstGeom prst="roundRect">
            <a:avLst>
              <a:gd name="adj" fmla="val 49998"/>
            </a:avLst>
          </a:prstGeom>
          <a:solidFill>
            <a:srgbClr val="002A80"/>
          </a:solidFill>
          <a:ln/>
        </p:spPr>
      </p:sp>
      <p:sp>
        <p:nvSpPr>
          <p:cNvPr id="15" name="Shape 13"/>
          <p:cNvSpPr/>
          <p:nvPr/>
        </p:nvSpPr>
        <p:spPr>
          <a:xfrm>
            <a:off x="4429981" y="2410867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7271" y="2429768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6119" y="2450306"/>
            <a:ext cx="3444627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20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Responsive UI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119" y="2722885"/>
            <a:ext cx="3444627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LayoutBuilder &amp; MediaQuery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to make the UI responsive and fixed all overflow errors in small devices.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99732" y="3182913"/>
            <a:ext cx="378768" cy="14288"/>
          </a:xfrm>
          <a:prstGeom prst="roundRect">
            <a:avLst>
              <a:gd name="adj" fmla="val 49998"/>
            </a:avLst>
          </a:prstGeom>
          <a:solidFill>
            <a:srgbClr val="002A80"/>
          </a:solidFill>
          <a:ln/>
        </p:spPr>
      </p:sp>
      <p:sp>
        <p:nvSpPr>
          <p:cNvPr id="20" name="Shape 18"/>
          <p:cNvSpPr/>
          <p:nvPr/>
        </p:nvSpPr>
        <p:spPr>
          <a:xfrm>
            <a:off x="4429981" y="3048074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7271" y="3066976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203254" y="3087514"/>
            <a:ext cx="3444627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Biometric Auth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03254" y="3360093"/>
            <a:ext cx="3444627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Added Fingerprint &amp; Face ID login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5501" y="3820120"/>
            <a:ext cx="378768" cy="14288"/>
          </a:xfrm>
          <a:prstGeom prst="roundRect">
            <a:avLst>
              <a:gd name="adj" fmla="val 49998"/>
            </a:avLst>
          </a:prstGeom>
          <a:solidFill>
            <a:srgbClr val="002A80"/>
          </a:solidFill>
          <a:ln/>
        </p:spPr>
      </p:sp>
      <p:sp>
        <p:nvSpPr>
          <p:cNvPr id="25" name="Shape 23"/>
          <p:cNvSpPr/>
          <p:nvPr/>
        </p:nvSpPr>
        <p:spPr>
          <a:xfrm>
            <a:off x="4429981" y="3685282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101620"/>
          </a:solidFill>
          <a:ln w="14288">
            <a:solidFill>
              <a:srgbClr val="002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7271" y="3704183"/>
            <a:ext cx="189384" cy="246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96119" y="3724721"/>
            <a:ext cx="3444627" cy="20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200" b="1" kern="0" spc="-25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Offline Checker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6119" y="3997300"/>
            <a:ext cx="3444627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Added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offline checker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so students know when internet is gone</a:t>
            </a:r>
            <a:endParaRPr lang="en-US" sz="9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23D16B-0E25-F324-D659-BA091D00A149}"/>
              </a:ext>
            </a:extLst>
          </p:cNvPr>
          <p:cNvSpPr/>
          <p:nvPr/>
        </p:nvSpPr>
        <p:spPr>
          <a:xfrm>
            <a:off x="8021053" y="4828674"/>
            <a:ext cx="1122947" cy="314826"/>
          </a:xfrm>
          <a:prstGeom prst="rect">
            <a:avLst/>
          </a:prstGeom>
          <a:solidFill>
            <a:srgbClr val="0F15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50106"/>
            <a:ext cx="1244650" cy="215354"/>
          </a:xfrm>
          <a:prstGeom prst="roundRect">
            <a:avLst>
              <a:gd name="adj" fmla="val 22119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892597"/>
            <a:ext cx="153173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ENROLLMENT 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22164"/>
            <a:ext cx="3902943" cy="921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Course Enrollment &amp; Payment Flow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185318"/>
            <a:ext cx="390294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6-step manual verification flow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supporting eSewa, Khalti, and Bank transfer: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681362"/>
            <a:ext cx="3902943" cy="1721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8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Student browses courses using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debounced search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Selects course →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static QR code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displayed (eSewa / Khalti / Bank)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Pays manually → captures payment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screenshot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Uploads screenshot in app —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automatically compressed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Flagged as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"Pending Verification"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 admin dashboard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Admin approves → backend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grants course access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01" y="620241"/>
            <a:ext cx="3902943" cy="3902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C7E704-44CA-9C1F-C354-74EA1A0460C3}"/>
              </a:ext>
            </a:extLst>
          </p:cNvPr>
          <p:cNvSpPr/>
          <p:nvPr/>
        </p:nvSpPr>
        <p:spPr>
          <a:xfrm>
            <a:off x="8021053" y="4828674"/>
            <a:ext cx="1122947" cy="314826"/>
          </a:xfrm>
          <a:prstGeom prst="rect">
            <a:avLst/>
          </a:prstGeom>
          <a:solidFill>
            <a:srgbClr val="0F15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290" y="599405"/>
            <a:ext cx="2629793" cy="394468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495374"/>
            <a:ext cx="4722763" cy="921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QA Collaboration &amp; Bug Resolution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1771129"/>
            <a:ext cx="2188443" cy="23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QA Activities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96119" y="2143199"/>
            <a:ext cx="2188443" cy="19911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Assisted QA team with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Postman setup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Flutter environment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Distributed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APK builds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real-device testing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Conducted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app walkthrough sessions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non-developer stakeholders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Full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regression testing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before final handover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035201" y="1771129"/>
            <a:ext cx="2188443" cy="460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0D47A1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Resolved 12+ Edge-Case Bugs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035201" y="2373511"/>
            <a:ext cx="2188443" cy="2224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Auth loop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Dio token refresh interceptor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Sorting crash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null-safety checks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Duplicate downloads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unique file naming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Text overflow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TextOverflow.ellipsis</a:t>
            </a:r>
            <a:endParaRPr lang="en-US" sz="1100" dirty="0"/>
          </a:p>
          <a:p>
            <a:pPr marL="223520" indent="-223520" algn="l">
              <a:lnSpc>
                <a:spcPct val="108000"/>
              </a:lnSpc>
              <a:buSzPct val="100000"/>
              <a:buChar char="•"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Offline detection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connectivity_plus global listener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050"/>
            <a:ext cx="8151763" cy="45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b="1" kern="0" spc="-5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97992"/>
            <a:ext cx="3990008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b="1" kern="0" spc="-7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100%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96119" y="1831256"/>
            <a:ext cx="3990008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 Complete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140372"/>
            <a:ext cx="399000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Bug-free build submitted July 12,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57799" y="1197992"/>
            <a:ext cx="3990082" cy="46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00" b="1" kern="0" spc="-7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80%→100%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657799" y="1831256"/>
            <a:ext cx="3990082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Progress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57799" y="2140372"/>
            <a:ext cx="399008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Midterm to final — Transaction Module, Offline Detection, Bug Fixes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6119" y="2654722"/>
            <a:ext cx="1350541" cy="212006"/>
          </a:xfrm>
          <a:prstGeom prst="roundRect">
            <a:avLst>
              <a:gd name="adj" fmla="val 22117"/>
            </a:avLst>
          </a:prstGeom>
          <a:noFill/>
          <a:ln w="9525">
            <a:solidFill>
              <a:srgbClr val="629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9834" y="2696542"/>
            <a:ext cx="1640309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LEARNING OUTCOMES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6119" y="2921645"/>
            <a:ext cx="8151763" cy="362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50" b="1" kern="0" spc="-4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Skills Acquired</a:t>
            </a:r>
            <a:endParaRPr lang="en-US" sz="21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432" y="3499135"/>
            <a:ext cx="209327" cy="20932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49598" y="3490540"/>
            <a:ext cx="3536528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Flutter &amp; Dart Proficiency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49598" y="3799656"/>
            <a:ext cx="353652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Production-grade cross-platform mobile development</a:t>
            </a:r>
            <a:endParaRPr lang="en-US" sz="10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0113" y="3499135"/>
            <a:ext cx="209327" cy="2093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11279" y="3490540"/>
            <a:ext cx="3536603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MVCS Architecture &amp; APIs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111279" y="3799656"/>
            <a:ext cx="353660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Clean separation of concerns with RESTful integration</a:t>
            </a:r>
            <a:endParaRPr lang="en-US" sz="10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432" y="4262921"/>
            <a:ext cx="209327" cy="2093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9598" y="4254326"/>
            <a:ext cx="3536528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Native Device Integration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949598" y="4563442"/>
            <a:ext cx="3536528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Biometrics, image picker, and network connectivity</a:t>
            </a:r>
            <a:endParaRPr lang="en-US" sz="10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0113" y="4262921"/>
            <a:ext cx="209327" cy="2093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11279" y="4254326"/>
            <a:ext cx="3536603" cy="22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Remote Agile Collaboration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111279" y="4563442"/>
            <a:ext cx="353660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Regression testing &amp; professional handover</a:t>
            </a:r>
            <a:endParaRPr lang="en-US" sz="10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A4321E-CB3C-1EE4-6797-E5878D3E76B7}"/>
              </a:ext>
            </a:extLst>
          </p:cNvPr>
          <p:cNvSpPr/>
          <p:nvPr/>
        </p:nvSpPr>
        <p:spPr>
          <a:xfrm>
            <a:off x="8021053" y="4828674"/>
            <a:ext cx="1122947" cy="314826"/>
          </a:xfrm>
          <a:prstGeom prst="rect">
            <a:avLst/>
          </a:prstGeom>
          <a:solidFill>
            <a:srgbClr val="0F15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41364"/>
            <a:ext cx="8151763" cy="460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816BDA-FC16-3109-FE31-A170E799E6E5}"/>
              </a:ext>
            </a:extLst>
          </p:cNvPr>
          <p:cNvSpPr/>
          <p:nvPr/>
        </p:nvSpPr>
        <p:spPr>
          <a:xfrm>
            <a:off x="8021053" y="4828674"/>
            <a:ext cx="1122947" cy="314826"/>
          </a:xfrm>
          <a:prstGeom prst="rect">
            <a:avLst/>
          </a:prstGeom>
          <a:solidFill>
            <a:srgbClr val="0F15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P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656</Words>
  <Application>Microsoft Macintosh PowerPoint</Application>
  <PresentationFormat>On-screen Show (16:9)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Geist</vt:lpstr>
      <vt:lpstr>Geist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Manish Shrestha</cp:lastModifiedBy>
  <cp:revision>5</cp:revision>
  <dcterms:created xsi:type="dcterms:W3CDTF">2026-08-08T18:34:27Z</dcterms:created>
  <dcterms:modified xsi:type="dcterms:W3CDTF">2026-08-09T03:55:39Z</dcterms:modified>
</cp:coreProperties>
</file>