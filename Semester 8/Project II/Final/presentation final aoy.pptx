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6BC444-CDEF-4ECA-A1C3-A7FA9E8D85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108FCB-A826-4A54-8C4E-AE77C08ACC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798391-56D5-48A3-85A2-6187914B3B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DAB8F8A-AB69-40C4-A519-6ACD57AC2C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A6EC6A5-30A9-48CD-A5BE-18E10FCBE9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93336D2-5870-4E85-953A-B110BAD4B3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F38D340-0A82-48E8-867E-139E07440E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A31F680-5CA6-4D1E-A906-CC6431947E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1AE6F59-8751-4CDA-B879-6823F665C4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851611E-B16E-4E8F-8DE6-195BC90508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12A13E4-EC72-44B1-BB11-55070F1B29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DF67BB-3C3B-4E18-98B4-4B00C43CBF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C53A4B-2B66-43F4-B70D-3E87F7CAA7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84A697-A15E-4ACE-8AA2-4E144B2B0F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72865-8272-46CE-9C9B-48733DA376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FB44EC-689D-427A-883E-3B8D818FBE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FC7492-A9DB-498A-B5F2-6822E05BB2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D953E1-C67D-46B4-9517-A44DE0F5FB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8ACD9C-ADDD-43EF-9F8A-05F5BC38DF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BD3D6D-5476-444A-A309-78432DB5CD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2A57DD-3F05-4461-AD6C-28AF6FBD9E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25AB5D-1DFF-4ADA-A85C-E75A72F187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typingclub.com/research" TargetMode="External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2" descr=""/>
          <p:cNvPicPr/>
          <p:nvPr/>
        </p:nvPicPr>
        <p:blipFill>
          <a:blip r:embed="rId1"/>
          <a:stretch/>
        </p:blipFill>
        <p:spPr>
          <a:xfrm>
            <a:off x="5322960" y="1693440"/>
            <a:ext cx="1532880" cy="14947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960" y="3189600"/>
            <a:ext cx="10514880" cy="139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Times New Roman"/>
              </a:rPr>
              <a:t>Final Year Project Presentation on</a:t>
            </a:r>
            <a:br>
              <a:rPr sz="2800"/>
            </a:br>
            <a:r>
              <a:rPr b="1" lang="en-US" sz="2800" spc="-1" strike="noStrike">
                <a:solidFill>
                  <a:schemeClr val="dk1"/>
                </a:solidFill>
                <a:latin typeface="Times New Roman"/>
              </a:rPr>
              <a:t>“KeyDash”</a:t>
            </a: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739440" y="4618800"/>
            <a:ext cx="11157840" cy="20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5555"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9600" spc="-1" strike="noStrike">
                <a:solidFill>
                  <a:schemeClr val="dk1"/>
                </a:solidFill>
                <a:latin typeface="Times New Roman"/>
              </a:rPr>
              <a:t>Presented By:</a:t>
            </a:r>
            <a:endParaRPr b="0" lang="en-US" sz="96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100" spc="-1" strike="noStrike">
                <a:solidFill>
                  <a:schemeClr val="dk1"/>
                </a:solidFill>
                <a:latin typeface="Times New Roman"/>
              </a:rPr>
              <a:t>Britant Shrestha(22070449)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100" spc="-1" strike="noStrike">
                <a:solidFill>
                  <a:schemeClr val="dk1"/>
                </a:solidFill>
                <a:latin typeface="Times New Roman"/>
              </a:rPr>
              <a:t>Manish Shrestha(22070452)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100" spc="-1" strike="noStrike">
                <a:solidFill>
                  <a:schemeClr val="dk1"/>
                </a:solidFill>
                <a:latin typeface="Times New Roman"/>
              </a:rPr>
              <a:t>Ranjana Dhakal(22070457)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100" spc="-1" strike="noStrike">
                <a:solidFill>
                  <a:schemeClr val="dk1"/>
                </a:solidFill>
                <a:latin typeface="Times New Roman"/>
              </a:rPr>
              <a:t>Rijan Shrestha(22070458)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Placeholder 7"/>
          <p:cNvSpPr/>
          <p:nvPr/>
        </p:nvSpPr>
        <p:spPr>
          <a:xfrm>
            <a:off x="510480" y="4618800"/>
            <a:ext cx="11157840" cy="20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900" spc="-1" strike="noStrike">
                <a:solidFill>
                  <a:schemeClr val="dk1"/>
                </a:solidFill>
                <a:latin typeface="Times New Roman"/>
              </a:rPr>
              <a:t>Supervised By:</a:t>
            </a:r>
            <a:endParaRPr b="0" lang="en-US" sz="3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Er. Shiva Kunwar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Box 3"/>
          <p:cNvSpPr/>
          <p:nvPr/>
        </p:nvSpPr>
        <p:spPr>
          <a:xfrm>
            <a:off x="2709000" y="270720"/>
            <a:ext cx="677232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Affiliated to Pokhara University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POKHARA ENGINEERING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266760">
              <a:lnSpc>
                <a:spcPct val="114000"/>
              </a:lnSpc>
              <a:spcAft>
                <a:spcPts val="1001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Times New Roman"/>
                <a:ea typeface="ＭＳ 明朝"/>
              </a:rPr>
              <a:t>Phirke, Pokhara-8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0"/>
            <a:ext cx="9143280" cy="209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INTRODUCTION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19160" y="2613960"/>
            <a:ext cx="10548000" cy="299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3" marL="1657440" indent="-285840" algn="just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Calibri"/>
              </a:rPr>
              <a:t>KeyDash is a web-based application for measuring typing speed and accuracy in real time.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algn="just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  <a:ea typeface="Calibri"/>
              </a:rPr>
              <a:t>In today’s digital age, typing speed and accuracy are essentials skills for students, professionals, and casual users alike.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618560" y="0"/>
            <a:ext cx="9143280" cy="185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PROBLEM STATEMENT</a:t>
            </a:r>
            <a:r>
              <a:rPr b="0" lang="en-US" sz="6000" spc="-1" strike="noStrike">
                <a:solidFill>
                  <a:schemeClr val="dk1"/>
                </a:solidFill>
                <a:latin typeface="Times New Roman"/>
              </a:rPr>
              <a:t> 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2325600"/>
            <a:ext cx="9143280" cy="39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Many fail to provide real-time feedback on essential performance metrics such as word per minute(WPM), typing accuracy, and error counts.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While typing is a fundamental digital skill in today’s digital world, existing typing practice solutions suffer from critical limitations and outdated design.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There is also limited support for diverse typing modes, such as Symbols typing and Custom typing, which are crucial for varied practice.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-1253880" y="233280"/>
            <a:ext cx="14699160" cy="195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OBJECTIVES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523880" y="2539800"/>
            <a:ext cx="9143280" cy="26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The primary objectives are: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Provide a multi-mode typing: Language, Coding, Symbol, Custom text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Implement Multiplayer and Battle with AI mode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Gamify user experience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407520"/>
            <a:ext cx="9143280" cy="14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L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I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T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E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R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A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T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U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R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E 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R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E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V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I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E</a:t>
            </a: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W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2292840"/>
            <a:ext cx="9143280" cy="38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Current platforms like 10FastFingers and TypingClub provide basic WPM and accuracy tests but lack customization, multi-language support, and detailed progress tracking.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Traditional typing practice methods are often unsystematic and do not offer real-time feedback, personalized analytics, or long-term performance monitoring.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KeyDash bridges these gaps by offering customizable tests, multiple language input, real-time analytics, and user progress tracking through Supabase — all in an accessible, user-friendly web interface.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68840"/>
            <a:ext cx="9143280" cy="182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PROJECT SCOPE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2375280"/>
            <a:ext cx="914328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KeyDash provides real-time typing tests in nulti-modes to calculate accuracy, speed(WPM), and errors with comprehensive analytics and performance history. It also monitor user progress.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Through competitive leaderboards, KeyDash encourage users to compare their performance globally or with friends, enhancing motivation and engagement.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809280"/>
            <a:ext cx="9143280" cy="138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TECHNICAL STACK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2703600"/>
            <a:ext cx="9143280" cy="255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React.js, TailwindCSS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Framer Motion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Supabase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PostgreSQL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Git and Github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Vercel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5520" y="-59040"/>
            <a:ext cx="5348520" cy="12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Times New Roman"/>
              </a:rPr>
              <a:t>METHODOLOGY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6173640" y="-360"/>
            <a:ext cx="493200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-187200"/>
            <a:ext cx="9143280" cy="157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TEST CASES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2344400" y="2057400"/>
            <a:ext cx="9143280" cy="32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We want our system to provide detailed performance analytics (speed, accuracy, error patterns) in real-time to help user improve.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Our goal is to enable progress tracking with saved history and personalized insights.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4" name=""/>
          <p:cNvGraphicFramePr/>
          <p:nvPr/>
        </p:nvGraphicFramePr>
        <p:xfrm>
          <a:off x="1998360" y="1430640"/>
          <a:ext cx="7919280" cy="5072040"/>
        </p:xfrm>
        <a:graphic>
          <a:graphicData uri="http://schemas.openxmlformats.org/drawingml/2006/table">
            <a:tbl>
              <a:tblPr/>
              <a:tblGrid>
                <a:gridCol w="819000"/>
                <a:gridCol w="5441760"/>
                <a:gridCol w="1658880"/>
              </a:tblGrid>
              <a:tr h="6678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S.N.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Test Case Summary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Results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 test whether it displays differently to incorrect character.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 Restart the dashboard for next display 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 test whether it displays score, graph and leaderboard.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 Verify real-time synchronization in multiplayer races.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Verify multi-language switch (Nepali/English)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8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 test whether it keeps the record of the user progress or not.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07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Test AI opponent behavior at different difficulty levels.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Passed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33804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CONCLUSION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523880" y="2475000"/>
            <a:ext cx="9143280" cy="27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KeyDash is a simple and user-friendly typing tester that measures and improves typing speed with real-time results. Built with React.js and Supabase, it is responsive, secure, and easy to use.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Overall, KeyDash fulfills the core objective of providing Multi-mode with multiplayer support and Battle with AI mode.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59120"/>
            <a:ext cx="9143280" cy="154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REFERENCES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523880" y="2325600"/>
            <a:ext cx="9143280" cy="410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D. H. Smith and J. A. Doe, "The Impact of Real-Time Feedback onTyping Proficiency," Journal of Computer-Assisted Learning, vol. 12, no.3, pp. 45–60, 2020.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TypingClub, "Gamified Learning in Typing Education," EdTechReview, 2022. [Online]. Available: </a:t>
            </a:r>
            <a:r>
              <a:rPr b="0" lang="en-US" sz="2400" spc="-1" strike="noStrike" u="sng">
                <a:solidFill>
                  <a:schemeClr val="dk1"/>
                </a:solidFill>
                <a:uFillTx/>
                <a:latin typeface="Times New Roman"/>
                <a:hlinkClick r:id="rId1"/>
              </a:rPr>
              <a:t>https://www.typingclub.com/research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10FastFingers, "Typing Speed Test Methodology," 2019. [Online].Available: https://www.10fastfingers.com/methodology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Times New Roman"/>
              </a:rPr>
              <a:t>[5] A. Taylor et al., "Engagement in Digital Typing Tutors: A Meta-Analysis," Computers &amp; Education, vol. 95, pp. 89–102, 2021.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Times New Roman"/>
              </a:rPr>
              <a:t>THANK YOU!!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Application>LibreOffice/24.2.7.2$Linux_X86_64 LibreOffice_project/420$Build-2</Application>
  <AppVersion>15.0000</AppVersion>
  <Words>576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2025-07-01T04:15:34Z</dcterms:created>
  <dc:creator>ranjana dhakal</dc:creator>
  <dc:description/>
  <dc:language>en-US</dc:language>
  <cp:lastModifiedBy/>
  <dcterms:modified xsi:type="dcterms:W3CDTF">2026-07-24T08:43:33Z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