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wmf" ContentType="image/x-w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459C25-0463-4834-92DE-A2DF73367E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028E1F-B923-4FB4-8975-630D6F6442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F31080D-FD2A-4BCD-AD4F-D80F43829E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E4CCF-F4A0-4BCE-B403-5F385FCFF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543FB11-31AB-466E-905E-1B21231C51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A633F76-1202-40B0-939E-074582BD43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82ACA90-CB05-42E6-88F6-0D266C543E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BE03186-5FA3-4991-9257-AD93E9F068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ACE25A6-6EF4-4EC6-8152-3B908E3957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06E14B6-9138-49A1-BF08-BAA4BC6A35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9146081-B585-49AE-ABA6-A3BF83167C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 edit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Maste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 text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nd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rd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lev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031840" y="10251360"/>
            <a:ext cx="7772040" cy="248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7381800"/>
            <a:ext cx="6400440" cy="288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68" name="Text Box 9"/>
          <p:cNvSpPr/>
          <p:nvPr/>
        </p:nvSpPr>
        <p:spPr>
          <a:xfrm>
            <a:off x="2031840" y="270720"/>
            <a:ext cx="5079600" cy="13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Affiliated to Pokhara University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POKHARA ENGINEERING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Phirke, Pokhara-8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1999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Picture 10" descr=""/>
          <p:cNvPicPr/>
          <p:nvPr/>
        </p:nvPicPr>
        <p:blipFill>
          <a:blip r:embed="rId1"/>
          <a:stretch/>
        </p:blipFill>
        <p:spPr>
          <a:xfrm>
            <a:off x="3768120" y="1760400"/>
            <a:ext cx="1706760" cy="1668600"/>
          </a:xfrm>
          <a:prstGeom prst="rect">
            <a:avLst/>
          </a:prstGeom>
          <a:ln w="0">
            <a:noFill/>
          </a:ln>
        </p:spPr>
      </p:pic>
      <p:sp>
        <p:nvSpPr>
          <p:cNvPr id="70" name="Text Box 11"/>
          <p:cNvSpPr/>
          <p:nvPr/>
        </p:nvSpPr>
        <p:spPr>
          <a:xfrm>
            <a:off x="1677600" y="3204360"/>
            <a:ext cx="6079680" cy="12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Mid-Term Report 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KeyDash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1" name="Table 12"/>
          <p:cNvGraphicFramePr/>
          <p:nvPr/>
        </p:nvGraphicFramePr>
        <p:xfrm>
          <a:off x="2031840" y="4758120"/>
          <a:ext cx="5486040" cy="15728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1572840">
                <a:tc>
                  <a:txBody>
                    <a:bodyPr lIns="68400" rIns="68400" tIns="0" bIns="0" anchor="t">
                      <a:noAutofit/>
                    </a:bodyPr>
                    <a:p>
                      <a:pPr defTabSz="457200">
                        <a:lnSpc>
                          <a:spcPct val="114000"/>
                        </a:lnSpc>
                        <a:spcAft>
                          <a:spcPts val="1001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Submitted by:</a:t>
                      </a:r>
                      <a:br>
                        <a:rPr sz="1400"/>
                      </a:b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Britant Shrestha (22070449)</a:t>
                      </a:r>
                      <a:br>
                        <a:rPr sz="1400"/>
                      </a:b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Manish Shrestha (22070452)</a:t>
                      </a:r>
                      <a:br>
                        <a:rPr sz="1400"/>
                      </a:b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Ranjana Dhakal (22070457)</a:t>
                      </a:r>
                      <a:br>
                        <a:rPr sz="1400"/>
                      </a:b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Rijan Shrestha (22070458)</a:t>
                      </a:r>
                      <a:br>
                        <a:rPr sz="1400"/>
                      </a:b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r" defTabSz="457200">
                        <a:lnSpc>
                          <a:spcPct val="114000"/>
                        </a:lnSpc>
                        <a:spcAft>
                          <a:spcPts val="1001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Submitted to:</a:t>
                      </a:r>
                      <a:br>
                        <a:rPr sz="1400"/>
                      </a:b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Research Management Cell</a:t>
                      </a:r>
                      <a:br>
                        <a:rPr sz="1400"/>
                      </a:b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Pokhara Engineering College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defTabSz="457200">
                        <a:lnSpc>
                          <a:spcPct val="114000"/>
                        </a:lnSpc>
                        <a:spcAft>
                          <a:spcPts val="1001"/>
                        </a:spcAft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Supervisor:</a:t>
                      </a:r>
                      <a:br>
                        <a:rPr sz="1400"/>
                      </a:b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ＭＳ 明朝"/>
                        </a:rPr>
                        <a:t>Er. Shiva Kunwar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Introduction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Web-based typing platform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Measures WPM and accuracy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Multi-language and coding support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Gamified learning experience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Multiplayer support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Problem Statement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Existing platforms have limited features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Lack of engagement mechanisms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Limited coding and multilingual practice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Insufficient real-time feedback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Dynamic live competition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Objectives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Build responsive typing tester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Real-time performance tracking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Multiplayer and AI battle modes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Enhances users motivation through gamified elements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Leaderboards and Achievements and history of user performance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Literature Review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Typing speed improves productivity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Real-time feedback enhances learning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Existing tools lack adaptive features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Need for specialized typing modes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Existing platform lacks user interaction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Methodology &amp; Tech Stack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Agile development approach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React.js + Tailwind CSS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Supabase (PostgreSQL, Realtime Channels)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GitHub version control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Row Level Security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System Design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Client (Frontend): React Components, React Hooks, Typing Engine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Server (Backend): Supabase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Authentication &amp; Storage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Leaderboard Management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Project Timeline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85" name="Content Placeholder 7" descr=""/>
          <p:cNvPicPr/>
          <p:nvPr/>
        </p:nvPicPr>
        <p:blipFill>
          <a:blip r:embed="rId1"/>
          <a:stretch/>
        </p:blipFill>
        <p:spPr>
          <a:xfrm>
            <a:off x="794520" y="1481400"/>
            <a:ext cx="7435080" cy="493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Progress Overview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9608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Core multiplayer and battle with AI completed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Daily Challenge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UI/UX overhauled and designed in Figma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Core typing logic developed 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Challenges &amp; Current Status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Real-time tracking complexity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Multiplayer synchronization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Bot progression for battle with AI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Advanced modes integration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Testing and bug fixing ongoing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Testing, Future Work &amp; Conclusion</a:t>
            </a:r>
            <a:endParaRPr b="0" lang="en-US" sz="4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Test cases executed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Improve WPM tracking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Optimize AI battles &amp; multiplayer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Implement Share feature for different social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media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Download Report feature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Responsive design for different platforms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Finalize deployment and documentation</a:t>
            </a:r>
            <a:endParaRPr b="0" lang="en-US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LibreOffice/24.2.7.2$Linux_X86_64 LibreOffice_project/420$Build-2</Application>
  <AppVersion>15.0000</AppVersion>
  <Words>1601</Words>
  <Paragraphs>81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  <dc:creator/>
  <dc:description>generated using python-pptx</dc:description>
  <dc:language>en-US</dc:language>
  <cp:lastModifiedBy/>
  <dcterms:modified xsi:type="dcterms:W3CDTF">2026-06-22T11:30:00Z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118B1C6B91534A8FBD3DEC26CC82EC1A_13</vt:lpwstr>
  </property>
  <property fmtid="{D5CDD505-2E9C-101B-9397-08002B2CF9AE}" pid="3" name="KSOProductBuildVer">
    <vt:lpwstr>1033-12.1.0.26880</vt:lpwstr>
  </property>
  <property fmtid="{D5CDD505-2E9C-101B-9397-08002B2CF9AE}" pid="4" name="PresentationFormat">
    <vt:lpwstr>On-screen Show (4:3)</vt:lpwstr>
  </property>
  <property fmtid="{D5CDD505-2E9C-101B-9397-08002B2CF9AE}" pid="5" name="Slides">
    <vt:i4>12</vt:i4>
  </property>
</Properties>
</file>