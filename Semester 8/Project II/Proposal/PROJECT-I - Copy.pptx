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embeddedFontLst>
    <p:embeddedFont>
      <p:font typeface="Play" pitchFamily="2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iErU1Pqze+TP+ECqGB2FX/aat+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25B3FA6-07E4-449E-B240-F1F8E026128A}">
  <a:tblStyle styleId="{425B3FA6-07E4-449E-B240-F1F8E026128A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0831177-9694-4C75-9DAA-E8A9E765E18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35"/>
  </p:normalViewPr>
  <p:slideViewPr>
    <p:cSldViewPr snapToGrid="0">
      <p:cViewPr varScale="1">
        <p:scale>
          <a:sx n="115" d="100"/>
          <a:sy n="115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39F2AEFC-44C5-85DA-5BB1-9AD225437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>
            <a:extLst>
              <a:ext uri="{FF2B5EF4-FFF2-40B4-BE49-F238E27FC236}">
                <a16:creationId xmlns:a16="http://schemas.microsoft.com/office/drawing/2014/main" id="{862638DA-0E5E-1CC2-F6D0-F3D5DAC270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8:notes">
            <a:extLst>
              <a:ext uri="{FF2B5EF4-FFF2-40B4-BE49-F238E27FC236}">
                <a16:creationId xmlns:a16="http://schemas.microsoft.com/office/drawing/2014/main" id="{D3351229-78DA-CC3A-523C-ADC92A921E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14798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2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2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10fastfingers.com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typeshala.shresthasushil.com.np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/>
          <p:nvPr/>
        </p:nvSpPr>
        <p:spPr>
          <a:xfrm>
            <a:off x="2901240" y="309960"/>
            <a:ext cx="6017400" cy="1137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Project Proposal Presentation on</a:t>
            </a:r>
            <a:b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KeyDash</a:t>
            </a:r>
            <a:endParaRPr sz="4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2903760" y="3653280"/>
            <a:ext cx="6383160" cy="2930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9000" marR="0" lvl="0" indent="-900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Management Cell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646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POKHARA ENGINEERING COLLEGE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Phirke, Pokhara-8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000" marR="0" lvl="0" indent="-900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FEB,2026</a:t>
            </a: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  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000" marR="0" lvl="0" indent="0" algn="l" rtl="0">
              <a:lnSpc>
                <a:spcPct val="100000"/>
              </a:lnSpc>
              <a:spcBef>
                <a:spcPts val="2086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9427680" y="4445640"/>
            <a:ext cx="2854800" cy="1937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by: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Britant Shrestha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Manish Shrestha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Rijan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Shrestha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Ranjana Dhakal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73211" y="1734395"/>
            <a:ext cx="1673457" cy="16317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/>
          <p:nvPr/>
        </p:nvSpPr>
        <p:spPr>
          <a:xfrm>
            <a:off x="3635280" y="370000"/>
            <a:ext cx="4920120" cy="767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820477" y="1129856"/>
            <a:ext cx="10555920" cy="4610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today's digital age, typing speed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accuracy, adaptability across languages and coding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essential skills for students, professionals, and casual users alike.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"KeyDash" is a web-based application designed to evaluate typing speed in words per minute (WPM) and accuracy while providing a user-friendly interface.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offers real-time feedback on typing speed (WPM),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symbol mastery, gamification elements like streaks and social media sharing.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119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utilizes modern web technologies like HTML, Tailwindcss, JavaScript, and React.js to create an interactive and responsive tool.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/>
          <p:nvPr/>
        </p:nvSpPr>
        <p:spPr>
          <a:xfrm>
            <a:off x="3635940" y="463138"/>
            <a:ext cx="4920120" cy="75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4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818050" y="1406950"/>
            <a:ext cx="10555800" cy="4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primary objectives of KeyDash are: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 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develop a modern, responsive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 with multi-language typing, coding practice, symbol typing, multiplayer and AI-based typing battles.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provide real-time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 including WPM, accuracy, achievements, leaderboards, and progress tracking.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 user motivation and continuous typing skill improvement through competitive features.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use GitHub for version control and collaborative development.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04800" algn="l" rtl="0">
              <a:lnSpc>
                <a:spcPct val="150000"/>
              </a:lnSpc>
              <a:spcBef>
                <a:spcPts val="119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/>
          <p:nvPr/>
        </p:nvSpPr>
        <p:spPr>
          <a:xfrm>
            <a:off x="2420280" y="229368"/>
            <a:ext cx="7350120" cy="75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sz="4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817375" y="1400799"/>
            <a:ext cx="10555800" cy="50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 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Rogers and Monsell (1995) discovered that increased typing speeds minimize task completion time in computer-based processes.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Karat et al. (1999) found that better accuracy reduces cognitive strain, allowing users to focus on content rather than mechanics.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recent research (Chen et al., 2021) emphasizes the relevance of adaptive feedback in increasing skill development, which KeyDash aims to incorporate.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KeyDash bridges these research gaps by incorporating real-time analytics, gamification, multiplayer interaction, and AI-based typing features.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04800" algn="l" rtl="0">
              <a:lnSpc>
                <a:spcPct val="150000"/>
              </a:lnSpc>
              <a:spcBef>
                <a:spcPts val="119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/>
          <p:nvPr/>
        </p:nvSpPr>
        <p:spPr>
          <a:xfrm>
            <a:off x="2351160" y="77396"/>
            <a:ext cx="7488720" cy="75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4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817560" y="1110526"/>
            <a:ext cx="10555920" cy="4456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 typing is a fundamental digital skill in today's world, existing typing practice solutions suffer from critical limitations and outdated design.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platforms do not offer real-time multiplayer typing races or AI-based typing battles, which limits competitive learning, user interaction.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lack advanced features that are crucial for comprehensive development such as multi-language support, coding practice and mastery of symbols.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applications do not offer integration with platforms like GitHub for version control and collaboration.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/>
          <p:nvPr/>
        </p:nvSpPr>
        <p:spPr>
          <a:xfrm>
            <a:off x="2034000" y="357480"/>
            <a:ext cx="8416800" cy="767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818040" y="1708865"/>
            <a:ext cx="10555920" cy="3348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Agile Development: Iterative sprints with GitHub for task tracking.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 Stack: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Frontend: React.js (hooks, components), Tailwindcss for styling.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Version Control: GitHub (branches, pull requests).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Saving system: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Supabase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/>
          <p:nvPr/>
        </p:nvSpPr>
        <p:spPr>
          <a:xfrm>
            <a:off x="347040" y="-1080"/>
            <a:ext cx="7962480" cy="984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FLOWCHART:</a:t>
            </a:r>
            <a:endParaRPr sz="4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 descr="A diagram of a process&#10;&#10;AI-generated content may be incorrect.">
            <a:extLst>
              <a:ext uri="{FF2B5EF4-FFF2-40B4-BE49-F238E27FC236}">
                <a16:creationId xmlns:a16="http://schemas.microsoft.com/office/drawing/2014/main" id="{C00295A0-6E99-56FB-B0BD-D310FA6A8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8748" y="0"/>
            <a:ext cx="39096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A830D5EE-182A-4FBB-F302-AE1421E8D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>
            <a:extLst>
              <a:ext uri="{FF2B5EF4-FFF2-40B4-BE49-F238E27FC236}">
                <a16:creationId xmlns:a16="http://schemas.microsoft.com/office/drawing/2014/main" id="{DF0295AB-6A2F-80B4-C0C3-D5F09436456F}"/>
              </a:ext>
            </a:extLst>
          </p:cNvPr>
          <p:cNvSpPr/>
          <p:nvPr/>
        </p:nvSpPr>
        <p:spPr>
          <a:xfrm>
            <a:off x="347040" y="-1080"/>
            <a:ext cx="7962480" cy="984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FLOWCHART:</a:t>
            </a:r>
            <a:endParaRPr sz="4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 descr="A diagram of a process&#10;&#10;AI-generated content may be incorrect.">
            <a:extLst>
              <a:ext uri="{FF2B5EF4-FFF2-40B4-BE49-F238E27FC236}">
                <a16:creationId xmlns:a16="http://schemas.microsoft.com/office/drawing/2014/main" id="{EF1D8F20-BD14-6F08-92F3-AA4961AAE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9518" y="173590"/>
            <a:ext cx="4672471" cy="651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161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"/>
          <p:cNvSpPr/>
          <p:nvPr/>
        </p:nvSpPr>
        <p:spPr>
          <a:xfrm>
            <a:off x="2034000" y="0"/>
            <a:ext cx="8416800" cy="767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</a:t>
            </a: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9" name="Google Shape;139;p9"/>
          <p:cNvGraphicFramePr/>
          <p:nvPr/>
        </p:nvGraphicFramePr>
        <p:xfrm>
          <a:off x="2477097" y="767987"/>
          <a:ext cx="3000000" cy="3000000"/>
        </p:xfrm>
        <a:graphic>
          <a:graphicData uri="http://schemas.openxmlformats.org/drawingml/2006/table">
            <a:tbl>
              <a:tblPr firstRow="1" firstCol="1" bandRow="1">
                <a:noFill/>
                <a:tableStyleId>{425B3FA6-07E4-449E-B240-F1F8E026128A}</a:tableStyleId>
              </a:tblPr>
              <a:tblGrid>
                <a:gridCol w="408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Tools / Technology</a:t>
                      </a:r>
                      <a:endParaRPr sz="2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02525" marR="102525" marT="51250" marB="512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Purpose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02525" marR="102525" marT="51250" marB="512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HTML</a:t>
                      </a:r>
                      <a:endParaRPr/>
                    </a:p>
                  </a:txBody>
                  <a:tcPr marL="102525" marR="102525" marT="51250" marB="512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Structure and semantic markup of web pages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02525" marR="102525" marT="51250" marB="512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Tailwindcss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02525" marR="102525" marT="51250" marB="512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Utility-first CSS framework for styling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02525" marR="102525" marT="51250" marB="512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0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React.js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02525" marR="102525" marT="51250" marB="512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JavaScript library for building user interfaces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02525" marR="102525" marT="51250" marB="512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0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VS Code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02525" marR="102525" marT="51250" marB="512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Code editor with extensions for development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02525" marR="102525" marT="51250" marB="512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3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Git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02525" marR="102525" marT="51250" marB="512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Version control system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3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Github</a:t>
                      </a:r>
                      <a:endParaRPr sz="1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02525" marR="102525" marT="51250" marB="512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Remote repository hosting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02525" marR="102525" marT="51250" marB="5125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3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Figma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02525" marR="102525" marT="51250" marB="512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UI/UX design and prototyping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02525" marR="102525" marT="51250" marB="5125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0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Supabase</a:t>
                      </a:r>
                      <a:endParaRPr/>
                    </a:p>
                  </a:txBody>
                  <a:tcPr marL="102525" marR="102525" marT="51250" marB="512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Score saving system. </a:t>
                      </a:r>
                      <a:endParaRPr/>
                    </a:p>
                  </a:txBody>
                  <a:tcPr marL="102525" marR="102525" marT="51250" marB="5125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4" name="Google Shape;144;p10"/>
          <p:cNvGraphicFramePr/>
          <p:nvPr/>
        </p:nvGraphicFramePr>
        <p:xfrm>
          <a:off x="1608532" y="14249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{90831177-9694-4C75-9DAA-E8A9E765E18A}</a:tableStyleId>
              </a:tblPr>
              <a:tblGrid>
                <a:gridCol w="192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8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8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8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8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8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8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52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</a:t>
                      </a:r>
                      <a:endParaRPr sz="2500" b="0" i="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125" marR="94125" marT="130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 1</a:t>
                      </a:r>
                      <a:endParaRPr sz="2500" b="0" i="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5525" marR="125525" marT="62750" marB="6275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 2</a:t>
                      </a:r>
                      <a:endParaRPr sz="2500" b="0" i="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125" marR="94125" marT="130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 3</a:t>
                      </a:r>
                      <a:endParaRPr sz="2500" b="0" i="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125" marR="94125" marT="130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 4</a:t>
                      </a:r>
                      <a:endParaRPr sz="2500" b="0" i="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125" marR="94125" marT="130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 5</a:t>
                      </a:r>
                      <a:endParaRPr sz="2500" b="0" i="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125" marR="94125" marT="130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 6</a:t>
                      </a:r>
                      <a:endParaRPr sz="2500" b="0" i="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125" marR="94125" marT="130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 7</a:t>
                      </a:r>
                      <a:endParaRPr sz="2500" b="0" i="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125" marR="94125" marT="130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6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Research &amp; Planning</a:t>
                      </a:r>
                      <a:endParaRPr sz="2500" b="0" i="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125" marR="94125" marT="130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2500" b="0" i="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125" marR="94125" marT="130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800"/>
                    </a:p>
                  </a:txBody>
                  <a:tcPr marL="125525" marR="125525" marT="62750" marB="6275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2500" b="0" i="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125" marR="94125" marT="130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2500" b="0" i="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125" marR="94125" marT="130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2500" b="0" i="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125" marR="94125" marT="130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2500" b="0" i="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125" marR="94125" marT="130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2500" b="0" i="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125" marR="94125" marT="130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UI Design</a:t>
                      </a:r>
                      <a:endParaRPr sz="2500" b="0" i="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125" marR="94125" marT="1307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2500" b="0" i="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125" marR="94125" marT="130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800"/>
                    </a:p>
                  </a:txBody>
                  <a:tcPr marL="125525" marR="125525" marT="62750" marB="6275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2500" b="0" i="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125" marR="94125" marT="130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2500" b="0" i="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125" marR="94125" marT="130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2500" b="0" i="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125" marR="94125" marT="130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2500" b="0" i="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125" marR="94125" marT="130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2500" b="0" i="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125" marR="94125" marT="130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Core Functionality</a:t>
                      </a:r>
                      <a:endParaRPr sz="2500" b="0" i="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125" marR="94125" marT="1307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2500" b="0" i="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125" marR="94125" marT="130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800"/>
                    </a:p>
                  </a:txBody>
                  <a:tcPr marL="125525" marR="125525" marT="62750" marB="6275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2500" b="0" i="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125" marR="94125" marT="130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2500" b="0" i="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125" marR="94125" marT="130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2500" b="0" i="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125" marR="94125" marT="130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2500" b="0" i="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125" marR="94125" marT="130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2500" b="0" i="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125" marR="94125" marT="130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6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Testing &amp; Debugging</a:t>
                      </a:r>
                      <a:endParaRPr sz="2500" b="0" i="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125" marR="94125" marT="1307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2500" b="0" i="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125" marR="94125" marT="130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800"/>
                    </a:p>
                  </a:txBody>
                  <a:tcPr marL="125525" marR="125525" marT="62750" marB="6275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2500" b="0" i="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125" marR="94125" marT="130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2500" b="0" i="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125" marR="94125" marT="130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2500" b="0" i="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125" marR="94125" marT="130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2500" b="0" i="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125" marR="94125" marT="130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2500" b="0" i="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125" marR="94125" marT="130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6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Final Documentation</a:t>
                      </a:r>
                      <a:endParaRPr sz="2500" b="0" i="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125" marR="94125" marT="1307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2500" b="0" i="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125" marR="94125" marT="130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800"/>
                    </a:p>
                  </a:txBody>
                  <a:tcPr marL="125525" marR="125525" marT="62750" marB="6275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2500" b="0" i="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125" marR="94125" marT="130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2500" b="0" i="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125" marR="94125" marT="130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2500" b="0" i="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125" marR="94125" marT="130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2500" b="0" i="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125" marR="94125" marT="130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2500" b="0" i="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125" marR="94125" marT="130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5" name="Google Shape;145;p10"/>
          <p:cNvSpPr/>
          <p:nvPr/>
        </p:nvSpPr>
        <p:spPr>
          <a:xfrm>
            <a:off x="2663400" y="324464"/>
            <a:ext cx="6865200" cy="767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SCHEDULE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"/>
          <p:cNvSpPr/>
          <p:nvPr/>
        </p:nvSpPr>
        <p:spPr>
          <a:xfrm>
            <a:off x="2809800" y="468360"/>
            <a:ext cx="6865200" cy="75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 RESULTS</a:t>
            </a:r>
            <a:endParaRPr sz="4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1"/>
          <p:cNvSpPr/>
          <p:nvPr/>
        </p:nvSpPr>
        <p:spPr>
          <a:xfrm>
            <a:off x="964440" y="1905480"/>
            <a:ext cx="10555920" cy="3346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Typing Performance Metrics: Accurately measure users’ typing speed (WPM) and error rates with real-time feedback.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-based typing application with multilingual support, multiplayer races, and AI-based typing battles, daily streaks and social media sharing.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enable progress tracking 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through saved typing history, performance analytics, and personalized insights.</a:t>
            </a:r>
            <a:b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"/>
          <p:cNvSpPr/>
          <p:nvPr/>
        </p:nvSpPr>
        <p:spPr>
          <a:xfrm>
            <a:off x="2809800" y="114398"/>
            <a:ext cx="6865200" cy="767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</p:txBody>
      </p:sp>
      <p:sp>
        <p:nvSpPr>
          <p:cNvPr id="158" name="Google Shape;158;p12"/>
          <p:cNvSpPr/>
          <p:nvPr/>
        </p:nvSpPr>
        <p:spPr>
          <a:xfrm>
            <a:off x="964440" y="739509"/>
            <a:ext cx="10555920" cy="6118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10FastFingers: Website: </a:t>
            </a:r>
            <a:r>
              <a:rPr lang="en-US"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https://10fastfingers.com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Typeshala: Website: </a:t>
            </a:r>
            <a:r>
              <a:rPr lang="en-US"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http://typeshala.shresthasushil.com.np/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Rogers, R. D., &amp; Monsell, S. (1995). Costs of a predictable switch between simple cognitive tasks. Journal of Experimental Psychology: General, 124(2), 207–231.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Chen, Y., Chen, Y., &amp; Huang, Y. (2021). Adaptive feedback systems and their impact on learning performance: A meta-analysis. Computers &amp; Education, 174, 104309.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Zhang, L., &amp; Sun, T. (2023). Real-time feedback systems in typing tutors: A WebSocket-based approach. Journal of Educational Technology &amp; Society, *26*(1), 89-102.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"/>
          <p:cNvSpPr/>
          <p:nvPr/>
        </p:nvSpPr>
        <p:spPr>
          <a:xfrm>
            <a:off x="2662920" y="2844360"/>
            <a:ext cx="6865200" cy="75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4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750</Words>
  <Application>Microsoft Macintosh PowerPoint</Application>
  <PresentationFormat>Widescreen</PresentationFormat>
  <Paragraphs>119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Times New Roman</vt:lpstr>
      <vt:lpstr>Play</vt:lpstr>
      <vt:lpstr>Arial 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Manish.Shrestha</dc:creator>
  <cp:lastModifiedBy>Manish Shrestha</cp:lastModifiedBy>
  <cp:revision>1</cp:revision>
  <dcterms:created xsi:type="dcterms:W3CDTF">2025-04-28T04:06:08Z</dcterms:created>
  <dcterms:modified xsi:type="dcterms:W3CDTF">2026-02-05T02:31:29Z</dcterms:modified>
</cp:coreProperties>
</file>